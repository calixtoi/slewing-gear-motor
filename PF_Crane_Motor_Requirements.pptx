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315" r:id="rId5"/>
    <p:sldId id="483" r:id="rId6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</p:sldIdLst>
  <p:sldSz cx="9144000" cy="5143500" type="screen16x9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E4AB600-5F1B-4251-8773-2EC83966F317}">
          <p14:sldIdLst>
            <p14:sldId id="315"/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33"/>
    <a:srgbClr val="FF6699"/>
    <a:srgbClr val="FFEF66"/>
    <a:srgbClr val="07B9A8"/>
    <a:srgbClr val="00B050"/>
    <a:srgbClr val="FF0066"/>
    <a:srgbClr val="FF9900"/>
    <a:srgbClr val="9999FF"/>
    <a:srgbClr val="B1B3B4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ixto Ian" userId="ab4677cf-b92d-4e0f-8650-2da9114dd41f" providerId="ADAL" clId="{3BDCD850-5918-434A-8C4D-50D63D9BBA9E}"/>
    <pc:docChg chg="custSel modSld">
      <pc:chgData name="Calixto Ian" userId="ab4677cf-b92d-4e0f-8650-2da9114dd41f" providerId="ADAL" clId="{3BDCD850-5918-434A-8C4D-50D63D9BBA9E}" dt="2026-05-29T07:27:27.372" v="39" actId="478"/>
      <pc:docMkLst>
        <pc:docMk/>
      </pc:docMkLst>
      <pc:sldChg chg="addSp delSp modSp mod">
        <pc:chgData name="Calixto Ian" userId="ab4677cf-b92d-4e0f-8650-2da9114dd41f" providerId="ADAL" clId="{3BDCD850-5918-434A-8C4D-50D63D9BBA9E}" dt="2026-05-29T07:27:27.372" v="39" actId="478"/>
        <pc:sldMkLst>
          <pc:docMk/>
          <pc:sldMk cId="425607227" sldId="315"/>
        </pc:sldMkLst>
        <pc:spChg chg="mod">
          <ac:chgData name="Calixto Ian" userId="ab4677cf-b92d-4e0f-8650-2da9114dd41f" providerId="ADAL" clId="{3BDCD850-5918-434A-8C4D-50D63D9BBA9E}" dt="2026-05-29T07:27:16.570" v="36" actId="20577"/>
          <ac:spMkLst>
            <pc:docMk/>
            <pc:sldMk cId="425607227" sldId="315"/>
            <ac:spMk id="3" creationId="{D8D175C0-37B9-4D17-B877-33BC02FCBE9F}"/>
          </ac:spMkLst>
        </pc:spChg>
        <pc:spChg chg="add del mod">
          <ac:chgData name="Calixto Ian" userId="ab4677cf-b92d-4e0f-8650-2da9114dd41f" providerId="ADAL" clId="{3BDCD850-5918-434A-8C4D-50D63D9BBA9E}" dt="2026-05-29T07:27:27.372" v="39" actId="478"/>
          <ac:spMkLst>
            <pc:docMk/>
            <pc:sldMk cId="425607227" sldId="315"/>
            <ac:spMk id="4" creationId="{CE13B60D-58D4-1B1F-247F-AE5210DE7526}"/>
          </ac:spMkLst>
        </pc:spChg>
        <pc:spChg chg="del mod">
          <ac:chgData name="Calixto Ian" userId="ab4677cf-b92d-4e0f-8650-2da9114dd41f" providerId="ADAL" clId="{3BDCD850-5918-434A-8C4D-50D63D9BBA9E}" dt="2026-05-29T07:27:20.733" v="38" actId="478"/>
          <ac:spMkLst>
            <pc:docMk/>
            <pc:sldMk cId="425607227" sldId="315"/>
            <ac:spMk id="9" creationId="{D4081B19-C5B4-4C47-981B-59C1F5FA4134}"/>
          </ac:spMkLst>
        </pc:spChg>
      </pc:sldChg>
      <pc:sldChg chg="delSp modSp mod">
        <pc:chgData name="Calixto Ian" userId="ab4677cf-b92d-4e0f-8650-2da9114dd41f" providerId="ADAL" clId="{3BDCD850-5918-434A-8C4D-50D63D9BBA9E}" dt="2026-05-21T08:39:37.659" v="5" actId="20577"/>
        <pc:sldMkLst>
          <pc:docMk/>
          <pc:sldMk cId="495037806" sldId="483"/>
        </pc:sldMkLst>
        <pc:spChg chg="mod">
          <ac:chgData name="Calixto Ian" userId="ab4677cf-b92d-4e0f-8650-2da9114dd41f" providerId="ADAL" clId="{3BDCD850-5918-434A-8C4D-50D63D9BBA9E}" dt="2026-05-21T08:39:37.659" v="5" actId="20577"/>
          <ac:spMkLst>
            <pc:docMk/>
            <pc:sldMk cId="495037806" sldId="483"/>
            <ac:spMk id="3" creationId="{8A2F2432-C9A1-4045-B23B-DE388896E8D0}"/>
          </ac:spMkLst>
        </pc:spChg>
        <pc:spChg chg="mod">
          <ac:chgData name="Calixto Ian" userId="ab4677cf-b92d-4e0f-8650-2da9114dd41f" providerId="ADAL" clId="{3BDCD850-5918-434A-8C4D-50D63D9BBA9E}" dt="2026-05-21T08:39:28.100" v="0" actId="20577"/>
          <ac:spMkLst>
            <pc:docMk/>
            <pc:sldMk cId="495037806" sldId="483"/>
            <ac:spMk id="15" creationId="{6A0C063E-96D2-48DD-AE55-3853087742D8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447D779-7F7D-4363-8F0E-BE0A0BE11F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721E63-B1C6-441B-B61B-51B607A0AA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r">
              <a:defRPr sz="1200"/>
            </a:lvl1pPr>
          </a:lstStyle>
          <a:p>
            <a:fld id="{FC0DD6A3-D31B-4CAC-A64D-99A4A5322708}" type="datetimeFigureOut">
              <a:rPr lang="en-US" sz="1000" smtClean="0"/>
              <a:t>5/29/2026</a:t>
            </a:fld>
            <a:endParaRPr lang="en-US" sz="100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170CAA-955B-491E-899B-A3CB80778C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7779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8AA830-8301-4B59-966E-B9CB1C155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897779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r">
              <a:defRPr sz="1200"/>
            </a:lvl1pPr>
          </a:lstStyle>
          <a:p>
            <a:fld id="{5F93473A-38D5-4287-A338-451DB4272DB1}" type="slidenum">
              <a:rPr lang="en-US" sz="1000" smtClean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72261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r">
              <a:defRPr sz="1000"/>
            </a:lvl1pPr>
          </a:lstStyle>
          <a:p>
            <a:fld id="{7DDB02B0-463B-49C5-B06B-42F913780368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97779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897779"/>
            <a:ext cx="2971800" cy="24622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r">
              <a:defRPr sz="1000"/>
            </a:lvl1pPr>
          </a:lstStyle>
          <a:p>
            <a:fld id="{8495A368-0C4C-4A48-85D5-42CB17BBBC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90488" indent="-90488" algn="l" defTabSz="6858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180975" indent="-90488" algn="l" defTabSz="6858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266700" indent="-90488" algn="l" defTabSz="685800" rtl="0" eaLnBrk="1" latinLnBrk="0" hangingPunct="1">
      <a:buFont typeface="Wingdings" panose="05000000000000000000" pitchFamily="2" charset="2"/>
      <a:buChar char="§"/>
      <a:tabLst>
        <a:tab pos="266700" algn="l"/>
      </a:tabLs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357188" indent="-90488" algn="l" defTabSz="685800" rtl="0" eaLnBrk="1" latinLnBrk="0" hangingPunct="1">
      <a:buFont typeface="Wingdings" panose="05000000000000000000" pitchFamily="2" charset="2"/>
      <a:buChar char="§"/>
      <a:tabLst>
        <a:tab pos="357188" algn="l"/>
      </a:tabLs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5A368-0C4C-4A48-85D5-42CB17BBBCD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0083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jpeg"/><Relationship Id="rId5" Type="http://schemas.openxmlformats.org/officeDocument/2006/relationships/oleObject" Target="../embeddings/oleObject3.bin"/><Relationship Id="rId6" Type="http://schemas.openxmlformats.org/officeDocument/2006/relationships/image" Target="../media/image1.emf"/><Relationship Id="rId7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jpe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5.jpe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jpe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7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8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Full gri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>
            <a:extLst>
              <a:ext uri="{FF2B5EF4-FFF2-40B4-BE49-F238E27FC236}">
                <a16:creationId xmlns:a16="http://schemas.microsoft.com/office/drawing/2014/main" id="{80297893-CAB4-4DCB-86F6-A7DCABD1E9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813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8" name="Objekt 17" hidden="1">
                        <a:extLst>
                          <a:ext uri="{FF2B5EF4-FFF2-40B4-BE49-F238E27FC236}">
                            <a16:creationId xmlns:a16="http://schemas.microsoft.com/office/drawing/2014/main" id="{80297893-CAB4-4DCB-86F6-A7DCABD1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 hidden="1">
            <a:extLst>
              <a:ext uri="{FF2B5EF4-FFF2-40B4-BE49-F238E27FC236}">
                <a16:creationId xmlns:a16="http://schemas.microsoft.com/office/drawing/2014/main" id="{3F76EF10-B5F0-40D8-A2EB-3B7E9F9499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Bilde 1">
            <a:extLst>
              <a:ext uri="{FF2B5EF4-FFF2-40B4-BE49-F238E27FC236}">
                <a16:creationId xmlns:a16="http://schemas.microsoft.com/office/drawing/2014/main" id="{BD5A6264-E6C9-4091-BC62-E82E4A768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28" b="11738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50825" y="2593003"/>
            <a:ext cx="8640000" cy="941796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34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3400"/>
              <a:t>TITLE OF THE </a:t>
            </a:r>
            <a:br>
              <a:rPr lang="en-US" sz="3400"/>
            </a:br>
            <a:r>
              <a:rPr lang="en-US" sz="3400"/>
              <a:t>PRESENTATION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250825" y="4018449"/>
            <a:ext cx="8640000" cy="215444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 marL="0" indent="0" algn="l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80E747A9-AD1D-4E13-8917-2A96106CC2E5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4398EAC1-8C73-4715-9A58-2C58898C2CEE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8E856940-7695-4A15-BA16-1358267888D3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01635-F3EB-484B-AC3E-377E97BA1B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50825" y="4242057"/>
            <a:ext cx="8640000" cy="2154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 b="0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89266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Full grid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 descr="Ein Bild, das Wasser, Himmel, Boot, draußen enthält.&#10;&#10;Automatisch generierte Beschreibung">
            <a:extLst>
              <a:ext uri="{FF2B5EF4-FFF2-40B4-BE49-F238E27FC236}">
                <a16:creationId xmlns:a16="http://schemas.microsoft.com/office/drawing/2014/main" id="{D2EF6708-1514-4536-8685-FC94DB256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4762500" cy="5143500"/>
          </a:xfrm>
          <a:prstGeom prst="rect">
            <a:avLst/>
          </a:prstGeom>
        </p:spPr>
      </p:pic>
      <p:sp>
        <p:nvSpPr>
          <p:cNvPr id="21" name="Bildplatzhalter 21">
            <a:extLst>
              <a:ext uri="{FF2B5EF4-FFF2-40B4-BE49-F238E27FC236}">
                <a16:creationId xmlns:a16="http://schemas.microsoft.com/office/drawing/2014/main" id="{92B8B1CB-E45F-4BEA-8116-D381D73FFB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558" y="0"/>
            <a:ext cx="4576762" cy="5143500"/>
          </a:xfrm>
          <a:custGeom>
            <a:avLst/>
            <a:gdLst>
              <a:gd name="connsiteX0" fmla="*/ 0 w 4576762"/>
              <a:gd name="connsiteY0" fmla="*/ 0 h 5143500"/>
              <a:gd name="connsiteX1" fmla="*/ 4576762 w 4576762"/>
              <a:gd name="connsiteY1" fmla="*/ 0 h 5143500"/>
              <a:gd name="connsiteX2" fmla="*/ 2608650 w 4576762"/>
              <a:gd name="connsiteY2" fmla="*/ 5143500 h 5143500"/>
              <a:gd name="connsiteX3" fmla="*/ 0 w 4576762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6762" h="5143500">
                <a:moveTo>
                  <a:pt x="0" y="0"/>
                </a:moveTo>
                <a:lnTo>
                  <a:pt x="4576762" y="0"/>
                </a:lnTo>
                <a:lnTo>
                  <a:pt x="2608650" y="5143500"/>
                </a:lnTo>
                <a:lnTo>
                  <a:pt x="0" y="51435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graphicFrame>
        <p:nvGraphicFramePr>
          <p:cNvPr id="18" name="Objekt 17" hidden="1">
            <a:extLst>
              <a:ext uri="{FF2B5EF4-FFF2-40B4-BE49-F238E27FC236}">
                <a16:creationId xmlns:a16="http://schemas.microsoft.com/office/drawing/2014/main" id="{80297893-CAB4-4DCB-86F6-A7DCABD1E9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8093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8" name="Objekt 17" hidden="1">
                        <a:extLst>
                          <a:ext uri="{FF2B5EF4-FFF2-40B4-BE49-F238E27FC236}">
                            <a16:creationId xmlns:a16="http://schemas.microsoft.com/office/drawing/2014/main" id="{80297893-CAB4-4DCB-86F6-A7DCABD1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 hidden="1">
            <a:extLst>
              <a:ext uri="{FF2B5EF4-FFF2-40B4-BE49-F238E27FC236}">
                <a16:creationId xmlns:a16="http://schemas.microsoft.com/office/drawing/2014/main" id="{3F76EF10-B5F0-40D8-A2EB-3B7E9F9499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160BFEA-CD5F-4DE3-A80D-9DC545C76B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459" t="8728" b="11738"/>
          <a:stretch/>
        </p:blipFill>
        <p:spPr>
          <a:xfrm>
            <a:off x="2597358" y="0"/>
            <a:ext cx="6546644" cy="5143499"/>
          </a:xfrm>
          <a:custGeom>
            <a:avLst/>
            <a:gdLst>
              <a:gd name="connsiteX0" fmla="*/ 1968112 w 6541701"/>
              <a:gd name="connsiteY0" fmla="*/ 0 h 5143499"/>
              <a:gd name="connsiteX1" fmla="*/ 6541701 w 6541701"/>
              <a:gd name="connsiteY1" fmla="*/ 0 h 5143499"/>
              <a:gd name="connsiteX2" fmla="*/ 6541701 w 6541701"/>
              <a:gd name="connsiteY2" fmla="*/ 5143499 h 5143499"/>
              <a:gd name="connsiteX3" fmla="*/ 0 w 6541701"/>
              <a:gd name="connsiteY3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1701" h="5143499">
                <a:moveTo>
                  <a:pt x="1968112" y="0"/>
                </a:moveTo>
                <a:lnTo>
                  <a:pt x="6541701" y="0"/>
                </a:lnTo>
                <a:lnTo>
                  <a:pt x="6541701" y="5143499"/>
                </a:lnTo>
                <a:lnTo>
                  <a:pt x="0" y="5143499"/>
                </a:lnTo>
                <a:close/>
              </a:path>
            </a:pathLst>
          </a:custGeom>
          <a:ln>
            <a:noFill/>
          </a:ln>
        </p:spPr>
      </p:pic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53DABE2B-C2D7-4ACF-BACD-C01A33876BFA}"/>
              </a:ext>
            </a:extLst>
          </p:cNvPr>
          <p:cNvSpPr>
            <a:spLocks/>
          </p:cNvSpPr>
          <p:nvPr userDrawn="1"/>
        </p:nvSpPr>
        <p:spPr bwMode="gray">
          <a:xfrm rot="10800000">
            <a:off x="2597358" y="0"/>
            <a:ext cx="2051858" cy="5143503"/>
          </a:xfrm>
          <a:custGeom>
            <a:avLst/>
            <a:gdLst>
              <a:gd name="connsiteX0" fmla="*/ 73195 w 2051858"/>
              <a:gd name="connsiteY0" fmla="*/ 5143503 h 5143503"/>
              <a:gd name="connsiteX1" fmla="*/ 0 w 2051858"/>
              <a:gd name="connsiteY1" fmla="*/ 5143503 h 5143503"/>
              <a:gd name="connsiteX2" fmla="*/ 1978663 w 2051858"/>
              <a:gd name="connsiteY2" fmla="*/ 0 h 5143503"/>
              <a:gd name="connsiteX3" fmla="*/ 2051858 w 2051858"/>
              <a:gd name="connsiteY3" fmla="*/ 0 h 514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1858" h="5143503">
                <a:moveTo>
                  <a:pt x="73195" y="5143503"/>
                </a:moveTo>
                <a:lnTo>
                  <a:pt x="0" y="5143503"/>
                </a:lnTo>
                <a:lnTo>
                  <a:pt x="1978663" y="0"/>
                </a:lnTo>
                <a:lnTo>
                  <a:pt x="205185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  <a:lumMod val="0"/>
                </a:schemeClr>
              </a:gs>
              <a:gs pos="0">
                <a:schemeClr val="accent1">
                  <a:lumMod val="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MW Group Condensed" panose="020B060602020202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850794" y="2593003"/>
            <a:ext cx="5040000" cy="941796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28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3400"/>
              <a:t>TITLE OF THE </a:t>
            </a:r>
            <a:br>
              <a:rPr lang="en-US" sz="3400"/>
            </a:br>
            <a:r>
              <a:rPr lang="en-US" sz="3400"/>
              <a:t>PRESENTATION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850794" y="4018449"/>
            <a:ext cx="5040000" cy="215444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 marL="0" indent="0" algn="l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A4DD19E4-22C7-403F-A1F6-6994A8979A5A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D3EB6043-DEE3-43A1-9BBF-FA456CE539D4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43FBB270-E8BF-4FC4-AD40-7C113CD6AF24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21057CC6-762A-486E-9A35-2D2FBD5CF3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850793" y="4242057"/>
            <a:ext cx="5040031" cy="2154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 b="0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03381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640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E6ACE68-DB1A-4796-8000-A7078267CB28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3878E486-674F-4A7F-BFD7-CB823B6E12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5FD076CA-7147-4F3E-A721-D6FFAF262B72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D4748A-4F5E-454E-8027-D3B810F04E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1131888"/>
            <a:ext cx="5040000" cy="1092607"/>
          </a:xfrm>
        </p:spPr>
        <p:txBody>
          <a:bodyPr wrap="square" lIns="0" tIns="0" rIns="0" bIns="0">
            <a:spAutoFit/>
          </a:bodyPr>
          <a:lstStyle>
            <a:lvl1pPr marL="177800" marR="0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1400" b="1"/>
            </a:lvl1pPr>
            <a:lvl2pPr marL="177800" indent="-177800">
              <a:buFont typeface="+mj-lt"/>
              <a:buAutoNum type="arabicPeriod"/>
              <a:defRPr b="1"/>
            </a:lvl2pPr>
            <a:lvl3pPr marL="177800" indent="-177800">
              <a:buFont typeface="+mj-lt"/>
              <a:buAutoNum type="arabicPeriod"/>
              <a:defRPr b="1"/>
            </a:lvl3pPr>
            <a:lvl4pPr marL="177800" indent="-177800">
              <a:buFont typeface="+mj-lt"/>
              <a:buAutoNum type="arabicPeriod"/>
              <a:defRPr b="1"/>
            </a:lvl4pPr>
            <a:lvl5pPr marL="177800" indent="-177800">
              <a:buFont typeface="+mj-lt"/>
              <a:buAutoNum type="arabicPeriod"/>
              <a:defRPr b="1"/>
            </a:lvl5pPr>
          </a:lstStyle>
          <a:p>
            <a:pPr lvl="0"/>
            <a:r>
              <a:rPr lang="en-US"/>
              <a:t>Agenda point 1</a:t>
            </a:r>
          </a:p>
          <a:p>
            <a:pPr marL="177800" marR="0" lvl="0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point 2 </a:t>
            </a:r>
          </a:p>
          <a:p>
            <a:pPr marL="177800" marR="0" lvl="0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point 3 </a:t>
            </a:r>
          </a:p>
          <a:p>
            <a:pPr marL="177800" marR="0" lvl="0" indent="-1778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point 4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872D9CD-F3C1-4272-853C-677DCDA5B85B}"/>
              </a:ext>
            </a:extLst>
          </p:cNvPr>
          <p:cNvSpPr>
            <a:spLocks/>
          </p:cNvSpPr>
          <p:nvPr userDrawn="1"/>
        </p:nvSpPr>
        <p:spPr>
          <a:xfrm>
            <a:off x="-1221105" y="2"/>
            <a:ext cx="1142998" cy="4420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Highlight agenda points with primary red font color.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4C0CE6-EB19-46D4-8255-E000DC27A3A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9FF991-44F2-45E0-AA54-D4B6A6BDF426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1F8792-4415-435C-8051-8249E7B05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98B75A-5FCF-485D-9D3C-665E60F1456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E58DC1A9-5A5B-4EBF-826C-30B319780096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EEAD35E-F3CC-4F87-8D06-240B29B55234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8D0833B-3440-4F99-A85B-8B0B23B76A99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8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Big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74925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D4748A-4F5E-454E-8027-D3B810F04E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2356306"/>
            <a:ext cx="5400000" cy="430887"/>
          </a:xfrm>
        </p:spPr>
        <p:txBody>
          <a:bodyPr wrap="square" lIns="0" tIns="0" rIns="0" bIns="0" anchor="t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sz="2800" b="1" cap="all" baseline="0"/>
            </a:lvl1pPr>
            <a:lvl2pPr marL="177800" indent="-177800">
              <a:buFont typeface="+mj-lt"/>
              <a:buAutoNum type="arabicPeriod"/>
              <a:defRPr b="1"/>
            </a:lvl2pPr>
            <a:lvl3pPr marL="177800" indent="-177800">
              <a:buFont typeface="+mj-lt"/>
              <a:buAutoNum type="arabicPeriod"/>
              <a:defRPr b="1"/>
            </a:lvl3pPr>
            <a:lvl4pPr marL="177800" indent="-177800">
              <a:buFont typeface="+mj-lt"/>
              <a:buAutoNum type="arabicPeriod"/>
              <a:defRPr b="1"/>
            </a:lvl4pPr>
            <a:lvl5pPr marL="177800" indent="-177800">
              <a:buFont typeface="+mj-lt"/>
              <a:buAutoNum type="arabicPeriod"/>
              <a:defRPr b="1"/>
            </a:lvl5pPr>
          </a:lstStyle>
          <a:p>
            <a:pPr lvl="0"/>
            <a:r>
              <a:rPr lang="en-US"/>
              <a:t>AGENDA POINT</a:t>
            </a:r>
          </a:p>
        </p:txBody>
      </p:sp>
      <p:sp>
        <p:nvSpPr>
          <p:cNvPr id="33" name="Textplatzhalter 4">
            <a:extLst>
              <a:ext uri="{FF2B5EF4-FFF2-40B4-BE49-F238E27FC236}">
                <a16:creationId xmlns:a16="http://schemas.microsoft.com/office/drawing/2014/main" id="{64EDAE24-FA87-4DD5-9FB0-B5FE9F49BE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1908289"/>
            <a:ext cx="396876" cy="430887"/>
          </a:xfrm>
        </p:spPr>
        <p:txBody>
          <a:bodyPr wrap="square" lIns="0" tIns="0" rIns="0" bIns="0" anchor="ctr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sz="2800" b="1">
                <a:solidFill>
                  <a:schemeClr val="tx2"/>
                </a:solidFill>
              </a:defRPr>
            </a:lvl1pPr>
            <a:lvl2pPr marL="177800" indent="-177800">
              <a:buFont typeface="+mj-lt"/>
              <a:buAutoNum type="arabicPeriod"/>
              <a:defRPr b="1"/>
            </a:lvl2pPr>
            <a:lvl3pPr marL="177800" indent="-177800">
              <a:buFont typeface="+mj-lt"/>
              <a:buAutoNum type="arabicPeriod"/>
              <a:defRPr b="1"/>
            </a:lvl3pPr>
            <a:lvl4pPr marL="177800" indent="-177800">
              <a:buFont typeface="+mj-lt"/>
              <a:buAutoNum type="arabicPeriod"/>
              <a:defRPr b="1"/>
            </a:lvl4pPr>
            <a:lvl5pPr marL="177800" indent="-177800">
              <a:buFont typeface="+mj-lt"/>
              <a:buAutoNum type="arabicPeriod"/>
              <a:defRPr b="1"/>
            </a:lvl5pPr>
          </a:lstStyle>
          <a:p>
            <a:pPr lvl="0"/>
            <a:r>
              <a:rPr lang="en-US"/>
              <a:t>1.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A3801CB-3FB9-4B83-B843-FC3F04C67D77}"/>
              </a:ext>
            </a:extLst>
          </p:cNvPr>
          <p:cNvSpPr>
            <a:spLocks/>
          </p:cNvSpPr>
          <p:nvPr userDrawn="1"/>
        </p:nvSpPr>
        <p:spPr>
          <a:xfrm>
            <a:off x="-1221105" y="514034"/>
            <a:ext cx="1142998" cy="4420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Change number to the number of the actual agenda point.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08071A-39BB-4056-82EC-22325496C33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80BACB5-9402-4BFE-8EE0-ABAE6FC2CB50}" type="datetime5">
              <a:rPr lang="de-DE" smtClean="0"/>
              <a:t>26-05-29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F20CC5-5C84-4FC3-8937-88DA181884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121365-68EC-4110-B7F4-902DC42C08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platzhalter 4">
            <a:extLst>
              <a:ext uri="{FF2B5EF4-FFF2-40B4-BE49-F238E27FC236}">
                <a16:creationId xmlns:a16="http://schemas.microsoft.com/office/drawing/2014/main" id="{AAA07C22-2794-47E0-9D67-8497991F4D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2804323"/>
            <a:ext cx="5400000" cy="430887"/>
          </a:xfrm>
        </p:spPr>
        <p:txBody>
          <a:bodyPr wrap="square" lIns="0" tIns="0" rIns="0" bIns="0" anchor="t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sz="2800" b="0" cap="none" baseline="0"/>
            </a:lvl1pPr>
            <a:lvl2pPr marL="177800" indent="-177800">
              <a:buFont typeface="+mj-lt"/>
              <a:buAutoNum type="arabicPeriod"/>
              <a:defRPr b="1"/>
            </a:lvl2pPr>
            <a:lvl3pPr marL="177800" indent="-177800">
              <a:buFont typeface="+mj-lt"/>
              <a:buAutoNum type="arabicPeriod"/>
              <a:defRPr b="1"/>
            </a:lvl3pPr>
            <a:lvl4pPr marL="177800" indent="-177800">
              <a:buFont typeface="+mj-lt"/>
              <a:buAutoNum type="arabicPeriod"/>
              <a:defRPr b="1"/>
            </a:lvl4pPr>
            <a:lvl5pPr marL="177800" indent="-177800">
              <a:buFont typeface="+mj-lt"/>
              <a:buAutoNum type="arabicPeriod"/>
              <a:defRPr b="1"/>
            </a:lvl5pPr>
          </a:lstStyle>
          <a:p>
            <a:pPr lvl="0"/>
            <a:r>
              <a:rPr lang="en-US"/>
              <a:t>Agenda Subitem</a:t>
            </a:r>
          </a:p>
        </p:txBody>
      </p:sp>
    </p:spTree>
    <p:extLst>
      <p:ext uri="{BB962C8B-B14F-4D97-AF65-F5344CB8AC3E}">
        <p14:creationId xmlns:p14="http://schemas.microsoft.com/office/powerpoint/2010/main" val="70695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8678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0825" y="1131888"/>
            <a:ext cx="8639969" cy="3598099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line</a:t>
            </a:r>
          </a:p>
          <a:p>
            <a:pPr lvl="2"/>
            <a:r>
              <a:rPr lang="en-US"/>
              <a:t>Third line</a:t>
            </a:r>
          </a:p>
          <a:p>
            <a:pPr lvl="3"/>
            <a:r>
              <a:rPr lang="en-US"/>
              <a:t>Fourth line</a:t>
            </a:r>
          </a:p>
          <a:p>
            <a:pPr lvl="4"/>
            <a:r>
              <a:rPr lang="en-US"/>
              <a:t>Fifth line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83838-8131-4500-A40A-0A3BEE1132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E98D75-F76D-4577-9EAC-E6A0229C30F2}" type="datetime5">
              <a:rPr lang="de-DE" smtClean="0"/>
              <a:t>26-05-29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50B61B-63EC-44F2-BBF6-C4371FD429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C28E51-6A73-4ABE-A1F4-EE500C26CE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9449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0825" y="1402049"/>
            <a:ext cx="8639969" cy="33279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line</a:t>
            </a:r>
          </a:p>
          <a:p>
            <a:pPr lvl="2"/>
            <a:r>
              <a:rPr lang="en-US"/>
              <a:t>Third line</a:t>
            </a:r>
          </a:p>
          <a:p>
            <a:pPr lvl="3"/>
            <a:r>
              <a:rPr lang="en-US"/>
              <a:t>Fourth line</a:t>
            </a:r>
          </a:p>
          <a:p>
            <a:pPr lvl="4"/>
            <a:r>
              <a:rPr lang="en-US"/>
              <a:t>Fifth line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CD400520-EB81-4B44-B6F3-9516A8B2D4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1131888"/>
            <a:ext cx="8640000" cy="184666"/>
          </a:xfrm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DC5850-200B-4C52-BC93-719BFE7B92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FCCAF39-23C0-4F16-ACB4-051E08B35059}" type="datetime5">
              <a:rPr lang="de-DE" smtClean="0"/>
              <a:t>26-05-29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505554-968D-47E9-828E-48D47ADDA5D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B81535-E1A7-415D-B9BD-2C7B12D9F0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8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Grid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0990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73F9EEE-FD19-48C0-BE12-2942D9ECD060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FDDD6CDD-FB88-4714-9219-DFBC837EB6F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DB99F0F6-AF2D-455E-A06A-A45D4F81BD94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71AAE4B-2460-4FCB-831A-4A59BB1DE7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0824" y="1131888"/>
            <a:ext cx="5040000" cy="3600450"/>
          </a:xfrm>
        </p:spPr>
        <p:txBody>
          <a:bodyPr>
            <a:noAutofit/>
          </a:bodyPr>
          <a:lstStyle>
            <a:lvl1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1pPr>
            <a:lvl2pPr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39452F-0CF1-4FBB-9F75-49AAC51664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48F2B87-2429-4096-8D39-93AC84056FC3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9B19F6-5E67-41F9-8629-2572F57EBC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FF8BAC-4972-4A17-B0C9-525E5E2430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0F873F2-F72B-4067-8C40-C3DE31304779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14D88C24-59EC-4A3D-93F8-35B944BA1510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2FEA7AD0-E300-44A0-B157-1591645378B4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7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Grid righ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051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1821192-53D1-450D-98B1-4B9A46C11B40}"/>
              </a:ext>
            </a:extLst>
          </p:cNvPr>
          <p:cNvGrpSpPr/>
          <p:nvPr userDrawn="1"/>
        </p:nvGrpSpPr>
        <p:grpSpPr>
          <a:xfrm>
            <a:off x="559917" y="-2"/>
            <a:ext cx="8584083" cy="5143505"/>
            <a:chOff x="559917" y="-2"/>
            <a:chExt cx="8584083" cy="5143505"/>
          </a:xfrm>
        </p:grpSpPr>
        <p:pic>
          <p:nvPicPr>
            <p:cNvPr id="26" name="Bilde 1">
              <a:extLst>
                <a:ext uri="{FF2B5EF4-FFF2-40B4-BE49-F238E27FC236}">
                  <a16:creationId xmlns:a16="http://schemas.microsoft.com/office/drawing/2014/main" id="{783F18BE-FE40-4C95-928B-EF277B40B1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728" r="10119" b="11738"/>
            <a:stretch/>
          </p:blipFill>
          <p:spPr>
            <a:xfrm>
              <a:off x="925241" y="0"/>
              <a:ext cx="8218759" cy="5143499"/>
            </a:xfrm>
            <a:prstGeom prst="rect">
              <a:avLst/>
            </a:prstGeom>
            <a:ln>
              <a:noFill/>
            </a:ln>
          </p:spPr>
        </p:pic>
        <p:sp>
          <p:nvSpPr>
            <p:cNvPr id="37" name="Eine Ecke des Rechtecks schneiden 10">
              <a:extLst>
                <a:ext uri="{FF2B5EF4-FFF2-40B4-BE49-F238E27FC236}">
                  <a16:creationId xmlns:a16="http://schemas.microsoft.com/office/drawing/2014/main" id="{DD4B201D-9528-431B-A4C3-CBD54C7E1F5A}"/>
                </a:ext>
              </a:extLst>
            </p:cNvPr>
            <p:cNvSpPr/>
            <p:nvPr/>
          </p:nvSpPr>
          <p:spPr bwMode="gray">
            <a:xfrm rot="16200000" flipH="1" flipV="1">
              <a:off x="463735" y="96180"/>
              <a:ext cx="5143502" cy="4951137"/>
            </a:xfrm>
            <a:custGeom>
              <a:avLst/>
              <a:gdLst>
                <a:gd name="connsiteX0" fmla="*/ 0 w 6607954"/>
                <a:gd name="connsiteY0" fmla="*/ 0 h 2490752"/>
                <a:gd name="connsiteX1" fmla="*/ 5362578 w 6607954"/>
                <a:gd name="connsiteY1" fmla="*/ 0 h 2490752"/>
                <a:gd name="connsiteX2" fmla="*/ 6607954 w 6607954"/>
                <a:gd name="connsiteY2" fmla="*/ 1245376 h 2490752"/>
                <a:gd name="connsiteX3" fmla="*/ 6607954 w 6607954"/>
                <a:gd name="connsiteY3" fmla="*/ 2490752 h 2490752"/>
                <a:gd name="connsiteX4" fmla="*/ 0 w 6607954"/>
                <a:gd name="connsiteY4" fmla="*/ 2490752 h 2490752"/>
                <a:gd name="connsiteX5" fmla="*/ 0 w 6607954"/>
                <a:gd name="connsiteY5" fmla="*/ 0 h 2490752"/>
                <a:gd name="connsiteX0" fmla="*/ 0 w 6607954"/>
                <a:gd name="connsiteY0" fmla="*/ 0 h 2490752"/>
                <a:gd name="connsiteX1" fmla="*/ 6607954 w 6607954"/>
                <a:gd name="connsiteY1" fmla="*/ 1245376 h 2490752"/>
                <a:gd name="connsiteX2" fmla="*/ 6607954 w 6607954"/>
                <a:gd name="connsiteY2" fmla="*/ 2490752 h 2490752"/>
                <a:gd name="connsiteX3" fmla="*/ 0 w 6607954"/>
                <a:gd name="connsiteY3" fmla="*/ 2490752 h 2490752"/>
                <a:gd name="connsiteX4" fmla="*/ 0 w 6607954"/>
                <a:gd name="connsiteY4" fmla="*/ 0 h 2490752"/>
                <a:gd name="connsiteX0" fmla="*/ 0 w 6607954"/>
                <a:gd name="connsiteY0" fmla="*/ 0 h 2694998"/>
                <a:gd name="connsiteX1" fmla="*/ 6607954 w 6607954"/>
                <a:gd name="connsiteY1" fmla="*/ 1449622 h 2694998"/>
                <a:gd name="connsiteX2" fmla="*/ 6607954 w 6607954"/>
                <a:gd name="connsiteY2" fmla="*/ 2694998 h 2694998"/>
                <a:gd name="connsiteX3" fmla="*/ 0 w 6607954"/>
                <a:gd name="connsiteY3" fmla="*/ 2694998 h 2694998"/>
                <a:gd name="connsiteX4" fmla="*/ 0 w 6607954"/>
                <a:gd name="connsiteY4" fmla="*/ 0 h 2694998"/>
                <a:gd name="connsiteX0" fmla="*/ 0 w 6607954"/>
                <a:gd name="connsiteY0" fmla="*/ 0 h 2694998"/>
                <a:gd name="connsiteX1" fmla="*/ 6607954 w 6607954"/>
                <a:gd name="connsiteY1" fmla="*/ 1070911 h 2694998"/>
                <a:gd name="connsiteX2" fmla="*/ 6607954 w 6607954"/>
                <a:gd name="connsiteY2" fmla="*/ 2694998 h 2694998"/>
                <a:gd name="connsiteX3" fmla="*/ 0 w 6607954"/>
                <a:gd name="connsiteY3" fmla="*/ 2694998 h 2694998"/>
                <a:gd name="connsiteX4" fmla="*/ 0 w 6607954"/>
                <a:gd name="connsiteY4" fmla="*/ 0 h 2694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954" h="2694998">
                  <a:moveTo>
                    <a:pt x="0" y="0"/>
                  </a:moveTo>
                  <a:lnTo>
                    <a:pt x="6607954" y="1070911"/>
                  </a:lnTo>
                  <a:lnTo>
                    <a:pt x="6607954" y="2694998"/>
                  </a:lnTo>
                  <a:lnTo>
                    <a:pt x="0" y="2694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5190CD6C-B6AB-4C40-B562-7AB2B8A21830}"/>
                </a:ext>
              </a:extLst>
            </p:cNvPr>
            <p:cNvSpPr>
              <a:spLocks/>
            </p:cNvSpPr>
            <p:nvPr userDrawn="1"/>
          </p:nvSpPr>
          <p:spPr bwMode="gray">
            <a:xfrm rot="10800000">
              <a:off x="353892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6">
              <a:extLst>
                <a:ext uri="{FF2B5EF4-FFF2-40B4-BE49-F238E27FC236}">
                  <a16:creationId xmlns:a16="http://schemas.microsoft.com/office/drawing/2014/main" id="{B0BF9718-B4DF-469E-B2DA-730FD14B96A6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4089787" y="2447007"/>
              <a:ext cx="743351" cy="990274"/>
            </a:xfrm>
            <a:custGeom>
              <a:avLst/>
              <a:gdLst>
                <a:gd name="T0" fmla="*/ 0 w 841"/>
                <a:gd name="T1" fmla="*/ 0 h 1050"/>
                <a:gd name="T2" fmla="*/ 0 w 841"/>
                <a:gd name="T3" fmla="*/ 0 h 1050"/>
                <a:gd name="T4" fmla="*/ 0 w 841"/>
                <a:gd name="T5" fmla="*/ 0 h 1050"/>
                <a:gd name="T6" fmla="*/ 0 w 841"/>
                <a:gd name="T7" fmla="*/ 0 h 1050"/>
                <a:gd name="T8" fmla="*/ 0 w 841"/>
                <a:gd name="T9" fmla="*/ 0 h 1050"/>
                <a:gd name="T10" fmla="*/ 0 w 841"/>
                <a:gd name="T11" fmla="*/ 0 h 1050"/>
                <a:gd name="T12" fmla="*/ 0 w 841"/>
                <a:gd name="T13" fmla="*/ 0 h 1050"/>
                <a:gd name="T14" fmla="*/ 0 w 841"/>
                <a:gd name="T15" fmla="*/ 0 h 1050"/>
                <a:gd name="T16" fmla="*/ 0 w 841"/>
                <a:gd name="T17" fmla="*/ 0 h 1050"/>
                <a:gd name="T18" fmla="*/ 0 w 841"/>
                <a:gd name="T19" fmla="*/ 0 h 1050"/>
                <a:gd name="T20" fmla="*/ 0 w 841"/>
                <a:gd name="T21" fmla="*/ 0 h 1050"/>
                <a:gd name="T22" fmla="*/ 0 w 841"/>
                <a:gd name="T23" fmla="*/ 0 h 1050"/>
                <a:gd name="T24" fmla="*/ 0 w 841"/>
                <a:gd name="T25" fmla="*/ 0 h 1050"/>
                <a:gd name="T26" fmla="*/ 0 w 841"/>
                <a:gd name="T27" fmla="*/ 0 h 1050"/>
                <a:gd name="T28" fmla="*/ 0 w 841"/>
                <a:gd name="T29" fmla="*/ 0 h 1050"/>
                <a:gd name="T30" fmla="*/ 0 w 841"/>
                <a:gd name="T31" fmla="*/ 0 h 1050"/>
                <a:gd name="T32" fmla="*/ 0 w 841"/>
                <a:gd name="T33" fmla="*/ 0 h 1050"/>
                <a:gd name="T34" fmla="*/ 0 w 841"/>
                <a:gd name="T35" fmla="*/ 0 h 1050"/>
                <a:gd name="T36" fmla="*/ 0 w 841"/>
                <a:gd name="T37" fmla="*/ 0 h 10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41" h="1050">
                  <a:moveTo>
                    <a:pt x="770" y="801"/>
                  </a:moveTo>
                  <a:cubicBezTo>
                    <a:pt x="795" y="796"/>
                    <a:pt x="816" y="780"/>
                    <a:pt x="829" y="759"/>
                  </a:cubicBezTo>
                  <a:cubicBezTo>
                    <a:pt x="837" y="746"/>
                    <a:pt x="841" y="731"/>
                    <a:pt x="841" y="715"/>
                  </a:cubicBezTo>
                  <a:cubicBezTo>
                    <a:pt x="841" y="525"/>
                    <a:pt x="841" y="525"/>
                    <a:pt x="841" y="525"/>
                  </a:cubicBezTo>
                  <a:cubicBezTo>
                    <a:pt x="841" y="301"/>
                    <a:pt x="841" y="301"/>
                    <a:pt x="841" y="301"/>
                  </a:cubicBezTo>
                  <a:cubicBezTo>
                    <a:pt x="841" y="253"/>
                    <a:pt x="802" y="214"/>
                    <a:pt x="754" y="214"/>
                  </a:cubicBezTo>
                  <a:cubicBezTo>
                    <a:pt x="552" y="214"/>
                    <a:pt x="552" y="214"/>
                    <a:pt x="552" y="214"/>
                  </a:cubicBezTo>
                  <a:cubicBezTo>
                    <a:pt x="552" y="30"/>
                    <a:pt x="552" y="30"/>
                    <a:pt x="552" y="30"/>
                  </a:cubicBezTo>
                  <a:cubicBezTo>
                    <a:pt x="552" y="13"/>
                    <a:pt x="539" y="0"/>
                    <a:pt x="522" y="0"/>
                  </a:cubicBezTo>
                  <a:cubicBezTo>
                    <a:pt x="514" y="0"/>
                    <a:pt x="506" y="3"/>
                    <a:pt x="501" y="8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3" y="508"/>
                    <a:pt x="0" y="516"/>
                    <a:pt x="0" y="525"/>
                  </a:cubicBezTo>
                  <a:cubicBezTo>
                    <a:pt x="0" y="533"/>
                    <a:pt x="3" y="541"/>
                    <a:pt x="8" y="548"/>
                  </a:cubicBezTo>
                  <a:cubicBezTo>
                    <a:pt x="501" y="1041"/>
                    <a:pt x="501" y="1041"/>
                    <a:pt x="501" y="1041"/>
                  </a:cubicBezTo>
                  <a:cubicBezTo>
                    <a:pt x="506" y="1046"/>
                    <a:pt x="514" y="1050"/>
                    <a:pt x="522" y="1050"/>
                  </a:cubicBezTo>
                  <a:cubicBezTo>
                    <a:pt x="539" y="1050"/>
                    <a:pt x="552" y="1036"/>
                    <a:pt x="552" y="1019"/>
                  </a:cubicBezTo>
                  <a:cubicBezTo>
                    <a:pt x="552" y="802"/>
                    <a:pt x="552" y="802"/>
                    <a:pt x="552" y="802"/>
                  </a:cubicBezTo>
                  <a:cubicBezTo>
                    <a:pt x="754" y="802"/>
                    <a:pt x="754" y="802"/>
                    <a:pt x="754" y="802"/>
                  </a:cubicBezTo>
                  <a:cubicBezTo>
                    <a:pt x="759" y="802"/>
                    <a:pt x="765" y="802"/>
                    <a:pt x="770" y="8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432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432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38DF6D-2050-4CF3-971E-10C0D3CB84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1966204"/>
            <a:ext cx="3600000" cy="969496"/>
          </a:xfrm>
        </p:spPr>
        <p:txBody>
          <a:bodyPr anchor="b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>
              <a:defRPr/>
            </a:lvl2pPr>
            <a:lvl3pPr marL="171450" indent="-171450">
              <a:defRPr/>
            </a:lvl3pPr>
            <a:lvl4pPr marL="171450" indent="-171450">
              <a:defRPr/>
            </a:lvl4pPr>
            <a:lvl5pPr marL="171450" indent="-171450">
              <a:defRPr/>
            </a:lvl5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83D95E85-A1C7-4855-A548-EC11C6F21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293969" y="2932113"/>
            <a:ext cx="3600000" cy="969496"/>
          </a:xfrm>
        </p:spPr>
        <p:txBody>
          <a:bodyPr anchor="t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612" indent="-171450">
              <a:tabLst/>
              <a:defRPr/>
            </a:lvl2pPr>
            <a:lvl3pPr marL="171450" indent="-171450">
              <a:defRPr/>
            </a:lvl3pPr>
            <a:lvl4pPr marL="171450" indent="-171450">
              <a:defRPr/>
            </a:lvl4pPr>
            <a:lvl5pPr marL="171450" indent="-171450">
              <a:defRPr/>
            </a:lvl5pPr>
          </a:lstStyle>
          <a:p>
            <a:pPr marL="171450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71450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71450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71450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26EDABA-AA95-4E5A-A07D-39E808355CF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0086906-CB32-4699-B0C3-9166212DD29D}" type="datetime5">
              <a:rPr lang="de-DE" smtClean="0"/>
              <a:t>26-05-29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C65BD0-1E66-464A-A3BC-6AC3990F512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78F179B-1F9A-422A-8E60-466F740C3B4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5FB2054-0675-484C-875B-44CC11180422}"/>
              </a:ext>
            </a:extLst>
          </p:cNvPr>
          <p:cNvSpPr>
            <a:spLocks/>
          </p:cNvSpPr>
          <p:nvPr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7D0A740A-7F01-4445-B206-7651B2103FFE}"/>
              </a:ext>
            </a:extLst>
          </p:cNvPr>
          <p:cNvSpPr>
            <a:spLocks/>
          </p:cNvSpPr>
          <p:nvPr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662A9648-94FC-42EB-9275-B74BD4890C28}"/>
              </a:ext>
            </a:extLst>
          </p:cNvPr>
          <p:cNvSpPr>
            <a:spLocks/>
          </p:cNvSpPr>
          <p:nvPr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073E93F-6057-4A6B-8C8F-7B37061D0E79}"/>
              </a:ext>
            </a:extLst>
          </p:cNvPr>
          <p:cNvCxnSpPr>
            <a:cxnSpLocks/>
          </p:cNvCxnSpPr>
          <p:nvPr userDrawn="1"/>
        </p:nvCxnSpPr>
        <p:spPr>
          <a:xfrm flipV="1">
            <a:off x="644525" y="4946871"/>
            <a:ext cx="28952" cy="72804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00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Grid lef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9959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0C258CCC-8DA4-47BB-84DC-CBCE8F2E27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895" t="8728" r="15584" b="11738"/>
          <a:stretch/>
        </p:blipFill>
        <p:spPr>
          <a:xfrm>
            <a:off x="-14288" y="0"/>
            <a:ext cx="5534027" cy="5143499"/>
          </a:xfrm>
          <a:custGeom>
            <a:avLst/>
            <a:gdLst>
              <a:gd name="connsiteX0" fmla="*/ 0 w 5534027"/>
              <a:gd name="connsiteY0" fmla="*/ 0 h 5143499"/>
              <a:gd name="connsiteX1" fmla="*/ 5534027 w 5534027"/>
              <a:gd name="connsiteY1" fmla="*/ 0 h 5143499"/>
              <a:gd name="connsiteX2" fmla="*/ 3566596 w 5534027"/>
              <a:gd name="connsiteY2" fmla="*/ 5143499 h 5143499"/>
              <a:gd name="connsiteX3" fmla="*/ 0 w 5534027"/>
              <a:gd name="connsiteY3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4027" h="5143499">
                <a:moveTo>
                  <a:pt x="0" y="0"/>
                </a:moveTo>
                <a:lnTo>
                  <a:pt x="5534027" y="0"/>
                </a:lnTo>
                <a:lnTo>
                  <a:pt x="3566596" y="5143499"/>
                </a:lnTo>
                <a:lnTo>
                  <a:pt x="0" y="5143499"/>
                </a:lnTo>
                <a:close/>
              </a:path>
            </a:pathLst>
          </a:custGeom>
          <a:ln>
            <a:noFill/>
          </a:ln>
        </p:spPr>
      </p:pic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5190CD6C-B6AB-4C40-B562-7AB2B8A21830}"/>
              </a:ext>
            </a:extLst>
          </p:cNvPr>
          <p:cNvSpPr>
            <a:spLocks/>
          </p:cNvSpPr>
          <p:nvPr/>
        </p:nvSpPr>
        <p:spPr bwMode="gray">
          <a:xfrm rot="10800000">
            <a:off x="3546071" y="0"/>
            <a:ext cx="2051858" cy="5143503"/>
          </a:xfrm>
          <a:custGeom>
            <a:avLst/>
            <a:gdLst>
              <a:gd name="connsiteX0" fmla="*/ 73195 w 2051858"/>
              <a:gd name="connsiteY0" fmla="*/ 5143503 h 5143503"/>
              <a:gd name="connsiteX1" fmla="*/ 0 w 2051858"/>
              <a:gd name="connsiteY1" fmla="*/ 5143503 h 5143503"/>
              <a:gd name="connsiteX2" fmla="*/ 1978663 w 2051858"/>
              <a:gd name="connsiteY2" fmla="*/ 0 h 5143503"/>
              <a:gd name="connsiteX3" fmla="*/ 2051858 w 2051858"/>
              <a:gd name="connsiteY3" fmla="*/ 0 h 514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1858" h="5143503">
                <a:moveTo>
                  <a:pt x="73195" y="5143503"/>
                </a:moveTo>
                <a:lnTo>
                  <a:pt x="0" y="5143503"/>
                </a:lnTo>
                <a:lnTo>
                  <a:pt x="1978663" y="0"/>
                </a:lnTo>
                <a:lnTo>
                  <a:pt x="205185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  <a:lumMod val="0"/>
                </a:schemeClr>
              </a:gs>
              <a:gs pos="0">
                <a:schemeClr val="accent1">
                  <a:lumMod val="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MW Group Condensed" panose="020B0606020202020204" pitchFamily="34" charset="0"/>
              <a:ea typeface="+mn-ea"/>
              <a:cs typeface="+mn-cs"/>
            </a:endParaRPr>
          </a:p>
        </p:txBody>
      </p:sp>
      <p:sp>
        <p:nvSpPr>
          <p:cNvPr id="35" name="Freeform 86">
            <a:extLst>
              <a:ext uri="{FF2B5EF4-FFF2-40B4-BE49-F238E27FC236}">
                <a16:creationId xmlns:a16="http://schemas.microsoft.com/office/drawing/2014/main" id="{B0BF9718-B4DF-469E-B2DA-730FD14B96A6}"/>
              </a:ext>
            </a:extLst>
          </p:cNvPr>
          <p:cNvSpPr>
            <a:spLocks/>
          </p:cNvSpPr>
          <p:nvPr/>
        </p:nvSpPr>
        <p:spPr bwMode="gray">
          <a:xfrm flipH="1">
            <a:off x="4089787" y="2447007"/>
            <a:ext cx="743351" cy="990274"/>
          </a:xfrm>
          <a:custGeom>
            <a:avLst/>
            <a:gdLst>
              <a:gd name="T0" fmla="*/ 0 w 841"/>
              <a:gd name="T1" fmla="*/ 0 h 1050"/>
              <a:gd name="T2" fmla="*/ 0 w 841"/>
              <a:gd name="T3" fmla="*/ 0 h 1050"/>
              <a:gd name="T4" fmla="*/ 0 w 841"/>
              <a:gd name="T5" fmla="*/ 0 h 1050"/>
              <a:gd name="T6" fmla="*/ 0 w 841"/>
              <a:gd name="T7" fmla="*/ 0 h 1050"/>
              <a:gd name="T8" fmla="*/ 0 w 841"/>
              <a:gd name="T9" fmla="*/ 0 h 1050"/>
              <a:gd name="T10" fmla="*/ 0 w 841"/>
              <a:gd name="T11" fmla="*/ 0 h 1050"/>
              <a:gd name="T12" fmla="*/ 0 w 841"/>
              <a:gd name="T13" fmla="*/ 0 h 1050"/>
              <a:gd name="T14" fmla="*/ 0 w 841"/>
              <a:gd name="T15" fmla="*/ 0 h 1050"/>
              <a:gd name="T16" fmla="*/ 0 w 841"/>
              <a:gd name="T17" fmla="*/ 0 h 1050"/>
              <a:gd name="T18" fmla="*/ 0 w 841"/>
              <a:gd name="T19" fmla="*/ 0 h 1050"/>
              <a:gd name="T20" fmla="*/ 0 w 841"/>
              <a:gd name="T21" fmla="*/ 0 h 1050"/>
              <a:gd name="T22" fmla="*/ 0 w 841"/>
              <a:gd name="T23" fmla="*/ 0 h 1050"/>
              <a:gd name="T24" fmla="*/ 0 w 841"/>
              <a:gd name="T25" fmla="*/ 0 h 1050"/>
              <a:gd name="T26" fmla="*/ 0 w 841"/>
              <a:gd name="T27" fmla="*/ 0 h 1050"/>
              <a:gd name="T28" fmla="*/ 0 w 841"/>
              <a:gd name="T29" fmla="*/ 0 h 1050"/>
              <a:gd name="T30" fmla="*/ 0 w 841"/>
              <a:gd name="T31" fmla="*/ 0 h 1050"/>
              <a:gd name="T32" fmla="*/ 0 w 841"/>
              <a:gd name="T33" fmla="*/ 0 h 1050"/>
              <a:gd name="T34" fmla="*/ 0 w 841"/>
              <a:gd name="T35" fmla="*/ 0 h 1050"/>
              <a:gd name="T36" fmla="*/ 0 w 841"/>
              <a:gd name="T37" fmla="*/ 0 h 105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841" h="1050">
                <a:moveTo>
                  <a:pt x="770" y="801"/>
                </a:moveTo>
                <a:cubicBezTo>
                  <a:pt x="795" y="796"/>
                  <a:pt x="816" y="780"/>
                  <a:pt x="829" y="759"/>
                </a:cubicBezTo>
                <a:cubicBezTo>
                  <a:pt x="837" y="746"/>
                  <a:pt x="841" y="731"/>
                  <a:pt x="841" y="715"/>
                </a:cubicBezTo>
                <a:cubicBezTo>
                  <a:pt x="841" y="525"/>
                  <a:pt x="841" y="525"/>
                  <a:pt x="841" y="525"/>
                </a:cubicBezTo>
                <a:cubicBezTo>
                  <a:pt x="841" y="301"/>
                  <a:pt x="841" y="301"/>
                  <a:pt x="841" y="301"/>
                </a:cubicBezTo>
                <a:cubicBezTo>
                  <a:pt x="841" y="253"/>
                  <a:pt x="802" y="214"/>
                  <a:pt x="754" y="214"/>
                </a:cubicBezTo>
                <a:cubicBezTo>
                  <a:pt x="552" y="214"/>
                  <a:pt x="552" y="214"/>
                  <a:pt x="552" y="214"/>
                </a:cubicBezTo>
                <a:cubicBezTo>
                  <a:pt x="552" y="30"/>
                  <a:pt x="552" y="30"/>
                  <a:pt x="552" y="30"/>
                </a:cubicBezTo>
                <a:cubicBezTo>
                  <a:pt x="552" y="13"/>
                  <a:pt x="539" y="0"/>
                  <a:pt x="522" y="0"/>
                </a:cubicBezTo>
                <a:cubicBezTo>
                  <a:pt x="514" y="0"/>
                  <a:pt x="506" y="3"/>
                  <a:pt x="501" y="8"/>
                </a:cubicBezTo>
                <a:cubicBezTo>
                  <a:pt x="8" y="502"/>
                  <a:pt x="8" y="502"/>
                  <a:pt x="8" y="502"/>
                </a:cubicBezTo>
                <a:cubicBezTo>
                  <a:pt x="3" y="508"/>
                  <a:pt x="0" y="516"/>
                  <a:pt x="0" y="525"/>
                </a:cubicBezTo>
                <a:cubicBezTo>
                  <a:pt x="0" y="533"/>
                  <a:pt x="3" y="541"/>
                  <a:pt x="8" y="548"/>
                </a:cubicBezTo>
                <a:cubicBezTo>
                  <a:pt x="501" y="1041"/>
                  <a:pt x="501" y="1041"/>
                  <a:pt x="501" y="1041"/>
                </a:cubicBezTo>
                <a:cubicBezTo>
                  <a:pt x="506" y="1046"/>
                  <a:pt x="514" y="1050"/>
                  <a:pt x="522" y="1050"/>
                </a:cubicBezTo>
                <a:cubicBezTo>
                  <a:pt x="539" y="1050"/>
                  <a:pt x="552" y="1036"/>
                  <a:pt x="552" y="1019"/>
                </a:cubicBezTo>
                <a:cubicBezTo>
                  <a:pt x="552" y="802"/>
                  <a:pt x="552" y="802"/>
                  <a:pt x="552" y="802"/>
                </a:cubicBezTo>
                <a:cubicBezTo>
                  <a:pt x="754" y="802"/>
                  <a:pt x="754" y="802"/>
                  <a:pt x="754" y="802"/>
                </a:cubicBezTo>
                <a:cubicBezTo>
                  <a:pt x="759" y="802"/>
                  <a:pt x="765" y="802"/>
                  <a:pt x="770" y="801"/>
                </a:cubicBezTo>
                <a:close/>
              </a:path>
            </a:pathLst>
          </a:custGeom>
          <a:solidFill>
            <a:srgbClr val="00437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250825" y="402402"/>
            <a:ext cx="4320000" cy="249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250825" y="160983"/>
            <a:ext cx="432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38DF6D-2050-4CF3-971E-10C0D3CB84C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gray">
          <a:xfrm>
            <a:off x="250825" y="1966204"/>
            <a:ext cx="3600000" cy="969496"/>
          </a:xfrm>
        </p:spPr>
        <p:txBody>
          <a:bodyPr anchor="b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1450" indent="-171450">
              <a:defRPr/>
            </a:lvl2pPr>
            <a:lvl3pPr marL="171450" indent="-171450">
              <a:defRPr/>
            </a:lvl3pPr>
            <a:lvl4pPr marL="171450" indent="-171450">
              <a:defRPr/>
            </a:lvl4pPr>
            <a:lvl5pPr marL="171450" indent="-171450">
              <a:defRPr/>
            </a:lvl5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83D95E85-A1C7-4855-A548-EC11C6F21725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93969" y="2932113"/>
            <a:ext cx="3600000" cy="969496"/>
          </a:xfrm>
        </p:spPr>
        <p:txBody>
          <a:bodyPr anchor="t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>
              <a:defRPr/>
            </a:lvl2pPr>
            <a:lvl3pPr marL="171450" indent="-171450">
              <a:defRPr/>
            </a:lvl3pPr>
            <a:lvl4pPr marL="171450" indent="-171450">
              <a:defRPr/>
            </a:lvl4pPr>
            <a:lvl5pPr marL="171450" indent="-171450">
              <a:defRPr/>
            </a:lvl5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943C2A2-C235-4D44-95A7-38F80944FDF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D7EEF5-A2E7-44EA-8A50-73793474F2D7}" type="datetime5">
              <a:rPr lang="de-DE" smtClean="0"/>
              <a:pPr/>
              <a:t>26-05-29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CC647F-AA6D-444B-8C59-368122D210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PALFINGER PowerPoint template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41F7B19-B04F-4AEF-9013-757B3F5F6F1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2A189D9-C831-406A-89C9-788A241A352E}"/>
              </a:ext>
            </a:extLst>
          </p:cNvPr>
          <p:cNvCxnSpPr>
            <a:cxnSpLocks/>
          </p:cNvCxnSpPr>
          <p:nvPr userDrawn="1"/>
        </p:nvCxnSpPr>
        <p:spPr>
          <a:xfrm flipV="1">
            <a:off x="644525" y="4946871"/>
            <a:ext cx="28952" cy="7280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91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mage smal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Ein Bild, das Boot, draußen, Himmel, Wasser enthält.&#10;&#10;Automatisch generierte Beschreibung">
            <a:extLst>
              <a:ext uri="{FF2B5EF4-FFF2-40B4-BE49-F238E27FC236}">
                <a16:creationId xmlns:a16="http://schemas.microsoft.com/office/drawing/2014/main" id="{3F497D98-0AB7-42D4-AD8C-C47854109B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9091" y="0"/>
            <a:ext cx="3744909" cy="5143500"/>
          </a:xfrm>
          <a:custGeom>
            <a:avLst/>
            <a:gdLst>
              <a:gd name="connsiteX0" fmla="*/ 1966214 w 3744910"/>
              <a:gd name="connsiteY0" fmla="*/ 0 h 5143500"/>
              <a:gd name="connsiteX1" fmla="*/ 3744910 w 3744910"/>
              <a:gd name="connsiteY1" fmla="*/ 0 h 5143500"/>
              <a:gd name="connsiteX2" fmla="*/ 3744910 w 3744910"/>
              <a:gd name="connsiteY2" fmla="*/ 5143500 h 5143500"/>
              <a:gd name="connsiteX3" fmla="*/ 2412439 w 3744910"/>
              <a:gd name="connsiteY3" fmla="*/ 5143500 h 5143500"/>
              <a:gd name="connsiteX4" fmla="*/ 2412439 w 3744910"/>
              <a:gd name="connsiteY4" fmla="*/ 5143497 h 5143500"/>
              <a:gd name="connsiteX5" fmla="*/ 0 w 3744910"/>
              <a:gd name="connsiteY5" fmla="*/ 5143497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910" h="5143500">
                <a:moveTo>
                  <a:pt x="1966214" y="0"/>
                </a:moveTo>
                <a:lnTo>
                  <a:pt x="3744910" y="0"/>
                </a:lnTo>
                <a:lnTo>
                  <a:pt x="3744910" y="5143500"/>
                </a:lnTo>
                <a:lnTo>
                  <a:pt x="2412439" y="5143500"/>
                </a:lnTo>
                <a:lnTo>
                  <a:pt x="2412439" y="5143497"/>
                </a:lnTo>
                <a:lnTo>
                  <a:pt x="0" y="5143497"/>
                </a:lnTo>
                <a:close/>
              </a:path>
            </a:pathLst>
          </a:custGeom>
        </p:spPr>
      </p:pic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3BDE1670-1CF5-47F4-B1F9-395023135B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9090" y="0"/>
            <a:ext cx="3744911" cy="5143503"/>
          </a:xfrm>
          <a:custGeom>
            <a:avLst/>
            <a:gdLst>
              <a:gd name="connsiteX0" fmla="*/ 1966214 w 3744911"/>
              <a:gd name="connsiteY0" fmla="*/ 0 h 5140327"/>
              <a:gd name="connsiteX1" fmla="*/ 3744911 w 3744911"/>
              <a:gd name="connsiteY1" fmla="*/ 0 h 5140327"/>
              <a:gd name="connsiteX2" fmla="*/ 3744911 w 3744911"/>
              <a:gd name="connsiteY2" fmla="*/ 5140327 h 5140327"/>
              <a:gd name="connsiteX3" fmla="*/ 3349375 w 3744911"/>
              <a:gd name="connsiteY3" fmla="*/ 5140327 h 5140327"/>
              <a:gd name="connsiteX4" fmla="*/ 3349375 w 3744911"/>
              <a:gd name="connsiteY4" fmla="*/ 5140321 h 5140327"/>
              <a:gd name="connsiteX5" fmla="*/ 0 w 3744911"/>
              <a:gd name="connsiteY5" fmla="*/ 5140321 h 514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911" h="5140327">
                <a:moveTo>
                  <a:pt x="1966214" y="0"/>
                </a:moveTo>
                <a:lnTo>
                  <a:pt x="3744911" y="0"/>
                </a:lnTo>
                <a:lnTo>
                  <a:pt x="3744911" y="5140327"/>
                </a:lnTo>
                <a:lnTo>
                  <a:pt x="3349375" y="5140327"/>
                </a:lnTo>
                <a:lnTo>
                  <a:pt x="3349375" y="5140321"/>
                </a:lnTo>
                <a:lnTo>
                  <a:pt x="0" y="5140321"/>
                </a:lnTo>
                <a:close/>
              </a:path>
            </a:pathLst>
          </a:custGeom>
          <a:noFill/>
        </p:spPr>
        <p:txBody>
          <a:bodyPr wrap="square"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63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569EECDC-7360-4358-8E1E-82BDB46DB7D3}"/>
              </a:ext>
            </a:extLst>
          </p:cNvPr>
          <p:cNvSpPr/>
          <p:nvPr userDrawn="1"/>
        </p:nvSpPr>
        <p:spPr>
          <a:xfrm>
            <a:off x="1428750" y="0"/>
            <a:ext cx="5952833" cy="5143500"/>
          </a:xfrm>
          <a:custGeom>
            <a:avLst/>
            <a:gdLst>
              <a:gd name="connsiteX0" fmla="*/ 0 w 5952833"/>
              <a:gd name="connsiteY0" fmla="*/ 0 h 5143500"/>
              <a:gd name="connsiteX1" fmla="*/ 5936554 w 5952833"/>
              <a:gd name="connsiteY1" fmla="*/ 0 h 5143500"/>
              <a:gd name="connsiteX2" fmla="*/ 3970340 w 5952833"/>
              <a:gd name="connsiteY2" fmla="*/ 5143497 h 5143500"/>
              <a:gd name="connsiteX3" fmla="*/ 5952833 w 5952833"/>
              <a:gd name="connsiteY3" fmla="*/ 5143497 h 5143500"/>
              <a:gd name="connsiteX4" fmla="*/ 5952833 w 5952833"/>
              <a:gd name="connsiteY4" fmla="*/ 5143500 h 5143500"/>
              <a:gd name="connsiteX5" fmla="*/ 0 w 5952833"/>
              <a:gd name="connsiteY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2833" h="5143500">
                <a:moveTo>
                  <a:pt x="0" y="0"/>
                </a:moveTo>
                <a:lnTo>
                  <a:pt x="5936554" y="0"/>
                </a:lnTo>
                <a:lnTo>
                  <a:pt x="3970340" y="5143497"/>
                </a:lnTo>
                <a:lnTo>
                  <a:pt x="5952833" y="5143497"/>
                </a:lnTo>
                <a:lnTo>
                  <a:pt x="5952833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75814EB2-65BD-4CFE-8CDD-7E169D9F9546}"/>
              </a:ext>
            </a:extLst>
          </p:cNvPr>
          <p:cNvSpPr>
            <a:spLocks/>
          </p:cNvSpPr>
          <p:nvPr userDrawn="1"/>
        </p:nvSpPr>
        <p:spPr bwMode="gray">
          <a:xfrm rot="10800000">
            <a:off x="5329725" y="0"/>
            <a:ext cx="2051858" cy="5143503"/>
          </a:xfrm>
          <a:custGeom>
            <a:avLst/>
            <a:gdLst>
              <a:gd name="connsiteX0" fmla="*/ 73195 w 2051858"/>
              <a:gd name="connsiteY0" fmla="*/ 5143503 h 5143503"/>
              <a:gd name="connsiteX1" fmla="*/ 0 w 2051858"/>
              <a:gd name="connsiteY1" fmla="*/ 5143503 h 5143503"/>
              <a:gd name="connsiteX2" fmla="*/ 1978663 w 2051858"/>
              <a:gd name="connsiteY2" fmla="*/ 0 h 5143503"/>
              <a:gd name="connsiteX3" fmla="*/ 2051858 w 2051858"/>
              <a:gd name="connsiteY3" fmla="*/ 0 h 514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1858" h="5143503">
                <a:moveTo>
                  <a:pt x="73195" y="5143503"/>
                </a:moveTo>
                <a:lnTo>
                  <a:pt x="0" y="5143503"/>
                </a:lnTo>
                <a:lnTo>
                  <a:pt x="1978663" y="0"/>
                </a:lnTo>
                <a:lnTo>
                  <a:pt x="205185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  <a:lumMod val="0"/>
                </a:schemeClr>
              </a:gs>
              <a:gs pos="0">
                <a:schemeClr val="accent1">
                  <a:lumMod val="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MW Group Condensed" panose="020B0606020202020204" pitchFamily="34" charset="0"/>
              <a:ea typeface="+mn-ea"/>
              <a:cs typeface="+mn-cs"/>
            </a:endParaRPr>
          </a:p>
        </p:txBody>
      </p:sp>
      <p:sp>
        <p:nvSpPr>
          <p:cNvPr id="73" name="Inhaltsplatzhalter 6">
            <a:extLst>
              <a:ext uri="{FF2B5EF4-FFF2-40B4-BE49-F238E27FC236}">
                <a16:creationId xmlns:a16="http://schemas.microsoft.com/office/drawing/2014/main" id="{E50CA903-06B7-4AC4-B4DB-72255822E29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825" y="1131888"/>
            <a:ext cx="5040000" cy="3600450"/>
          </a:xfrm>
        </p:spPr>
        <p:txBody>
          <a:bodyPr>
            <a:noAutofit/>
          </a:bodyPr>
          <a:lstStyle>
            <a:lvl1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1pPr>
            <a:lvl2pPr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7EE751A-C021-464A-9D0D-F87A39B70B5A}"/>
              </a:ext>
            </a:extLst>
          </p:cNvPr>
          <p:cNvSpPr>
            <a:spLocks/>
          </p:cNvSpPr>
          <p:nvPr userDrawn="1"/>
        </p:nvSpPr>
        <p:spPr>
          <a:xfrm>
            <a:off x="9213367" y="0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 b="1">
                <a:solidFill>
                  <a:schemeClr val="bg1"/>
                </a:solidFill>
              </a:rPr>
              <a:t>LOGO ON IMAGES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Both in presentation mode and for printing, the logo will be displayed correctly.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582FB6-5AE5-E54C-90E7-5724EA0CD936}"/>
              </a:ext>
            </a:extLst>
          </p:cNvPr>
          <p:cNvSpPr>
            <a:spLocks/>
          </p:cNvSpPr>
          <p:nvPr userDrawn="1"/>
        </p:nvSpPr>
        <p:spPr>
          <a:xfrm>
            <a:off x="9218976" y="753953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This image can be replaced by another one by using the image placeholder of this slide layout.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E3D825-047A-4646-81D1-188C2592F4A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5AF0F09-9C27-4FEA-80A3-B561D46635BE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DE024-8D08-4415-9B8A-037B0F00E0F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5ED1B0-5EAE-4FCC-B450-25539351682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1482079-4875-46B7-A2A3-82B533AE38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30974" y="432582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C37166E5-4FAC-4C18-8F5B-2BC7B193084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15386" y="481543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91BCBCFA-EA69-4584-9235-770761C2C3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27115" y="428640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840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mag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 descr="Ein Bild, das Himmel, Boot, draußen, Wasser enthält.&#10;&#10;Automatisch generierte Beschreibung">
            <a:extLst>
              <a:ext uri="{FF2B5EF4-FFF2-40B4-BE49-F238E27FC236}">
                <a16:creationId xmlns:a16="http://schemas.microsoft.com/office/drawing/2014/main" id="{A779D777-B660-484B-9C9E-3B783EFA3A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3622" y="0"/>
            <a:ext cx="5600378" cy="5143500"/>
          </a:xfrm>
          <a:custGeom>
            <a:avLst/>
            <a:gdLst>
              <a:gd name="connsiteX0" fmla="*/ 1967432 w 5597996"/>
              <a:gd name="connsiteY0" fmla="*/ 0 h 5143500"/>
              <a:gd name="connsiteX1" fmla="*/ 5597996 w 5597996"/>
              <a:gd name="connsiteY1" fmla="*/ 0 h 5143500"/>
              <a:gd name="connsiteX2" fmla="*/ 5597996 w 5597996"/>
              <a:gd name="connsiteY2" fmla="*/ 5143500 h 5143500"/>
              <a:gd name="connsiteX3" fmla="*/ 0 w 5597996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996" h="5143500">
                <a:moveTo>
                  <a:pt x="1967432" y="0"/>
                </a:moveTo>
                <a:lnTo>
                  <a:pt x="5597996" y="0"/>
                </a:lnTo>
                <a:lnTo>
                  <a:pt x="5597996" y="5143500"/>
                </a:lnTo>
                <a:lnTo>
                  <a:pt x="0" y="5143500"/>
                </a:lnTo>
                <a:close/>
              </a:path>
            </a:pathLst>
          </a:custGeom>
        </p:spPr>
      </p:pic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A5322F3C-760E-4586-A043-503353284D6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43622" y="0"/>
            <a:ext cx="5600378" cy="5143500"/>
          </a:xfrm>
          <a:custGeom>
            <a:avLst/>
            <a:gdLst>
              <a:gd name="connsiteX0" fmla="*/ 1967432 w 5600378"/>
              <a:gd name="connsiteY0" fmla="*/ 0 h 5143500"/>
              <a:gd name="connsiteX1" fmla="*/ 5600378 w 5600378"/>
              <a:gd name="connsiteY1" fmla="*/ 0 h 5143500"/>
              <a:gd name="connsiteX2" fmla="*/ 5600378 w 5600378"/>
              <a:gd name="connsiteY2" fmla="*/ 5143500 h 5143500"/>
              <a:gd name="connsiteX3" fmla="*/ 0 w 5600378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0378" h="5143500">
                <a:moveTo>
                  <a:pt x="1967432" y="0"/>
                </a:moveTo>
                <a:lnTo>
                  <a:pt x="5600378" y="0"/>
                </a:lnTo>
                <a:lnTo>
                  <a:pt x="5600378" y="5143500"/>
                </a:lnTo>
                <a:lnTo>
                  <a:pt x="0" y="51435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US"/>
              <a:t> </a:t>
            </a:r>
          </a:p>
        </p:txBody>
      </p:sp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0455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010328F7-4C0A-47D9-AD94-84355013F2F3}"/>
              </a:ext>
            </a:extLst>
          </p:cNvPr>
          <p:cNvSpPr/>
          <p:nvPr userDrawn="1"/>
        </p:nvSpPr>
        <p:spPr>
          <a:xfrm>
            <a:off x="-424469" y="0"/>
            <a:ext cx="5952833" cy="5143500"/>
          </a:xfrm>
          <a:custGeom>
            <a:avLst/>
            <a:gdLst>
              <a:gd name="connsiteX0" fmla="*/ 0 w 5952833"/>
              <a:gd name="connsiteY0" fmla="*/ 0 h 5143500"/>
              <a:gd name="connsiteX1" fmla="*/ 5936554 w 5952833"/>
              <a:gd name="connsiteY1" fmla="*/ 0 h 5143500"/>
              <a:gd name="connsiteX2" fmla="*/ 3970340 w 5952833"/>
              <a:gd name="connsiteY2" fmla="*/ 5143497 h 5143500"/>
              <a:gd name="connsiteX3" fmla="*/ 5952833 w 5952833"/>
              <a:gd name="connsiteY3" fmla="*/ 5143497 h 5143500"/>
              <a:gd name="connsiteX4" fmla="*/ 5952833 w 5952833"/>
              <a:gd name="connsiteY4" fmla="*/ 5143500 h 5143500"/>
              <a:gd name="connsiteX5" fmla="*/ 0 w 5952833"/>
              <a:gd name="connsiteY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2833" h="5143500">
                <a:moveTo>
                  <a:pt x="0" y="0"/>
                </a:moveTo>
                <a:lnTo>
                  <a:pt x="5936554" y="0"/>
                </a:lnTo>
                <a:lnTo>
                  <a:pt x="3970340" y="5143497"/>
                </a:lnTo>
                <a:lnTo>
                  <a:pt x="5952833" y="5143497"/>
                </a:lnTo>
                <a:lnTo>
                  <a:pt x="5952833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432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432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CC955CFC-635B-4BF6-9B00-0B0872482AB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263607" y="1719264"/>
            <a:ext cx="11604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Inhaltsplatzhalter 6">
            <a:extLst>
              <a:ext uri="{FF2B5EF4-FFF2-40B4-BE49-F238E27FC236}">
                <a16:creationId xmlns:a16="http://schemas.microsoft.com/office/drawing/2014/main" id="{E50CA903-06B7-4AC4-B4DB-72255822E29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825" y="1131888"/>
            <a:ext cx="3600000" cy="3600450"/>
          </a:xfrm>
        </p:spPr>
        <p:txBody>
          <a:bodyPr>
            <a:noAutofit/>
          </a:bodyPr>
          <a:lstStyle>
            <a:lvl1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1pPr>
            <a:lvl2pPr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83C80932-1C4E-451C-AD5F-624A45C5B7F5}"/>
              </a:ext>
            </a:extLst>
          </p:cNvPr>
          <p:cNvSpPr>
            <a:spLocks/>
          </p:cNvSpPr>
          <p:nvPr userDrawn="1"/>
        </p:nvSpPr>
        <p:spPr bwMode="gray">
          <a:xfrm rot="10800000">
            <a:off x="3473047" y="0"/>
            <a:ext cx="2051858" cy="5143503"/>
          </a:xfrm>
          <a:custGeom>
            <a:avLst/>
            <a:gdLst>
              <a:gd name="connsiteX0" fmla="*/ 73195 w 2051858"/>
              <a:gd name="connsiteY0" fmla="*/ 5143503 h 5143503"/>
              <a:gd name="connsiteX1" fmla="*/ 0 w 2051858"/>
              <a:gd name="connsiteY1" fmla="*/ 5143503 h 5143503"/>
              <a:gd name="connsiteX2" fmla="*/ 1978663 w 2051858"/>
              <a:gd name="connsiteY2" fmla="*/ 0 h 5143503"/>
              <a:gd name="connsiteX3" fmla="*/ 2051858 w 2051858"/>
              <a:gd name="connsiteY3" fmla="*/ 0 h 514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1858" h="5143503">
                <a:moveTo>
                  <a:pt x="73195" y="5143503"/>
                </a:moveTo>
                <a:lnTo>
                  <a:pt x="0" y="5143503"/>
                </a:lnTo>
                <a:lnTo>
                  <a:pt x="1978663" y="0"/>
                </a:lnTo>
                <a:lnTo>
                  <a:pt x="205185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  <a:lumMod val="0"/>
                </a:schemeClr>
              </a:gs>
              <a:gs pos="0">
                <a:schemeClr val="accent1">
                  <a:lumMod val="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MW Group Condensed" panose="020B0606020202020204" pitchFamily="34" charset="0"/>
              <a:ea typeface="+mn-ea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8B9A46-2F95-4A11-94E0-DB4ED2F95AAF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1D3DF0E-E62F-4E04-B177-1744E0784715}" type="datetime5">
              <a:rPr lang="de-DE" smtClean="0"/>
              <a:t>26-05-29</a:t>
            </a:fld>
            <a:endParaRPr lang="en-US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11543C2-E0B1-234B-9EA1-271078974B91}"/>
              </a:ext>
            </a:extLst>
          </p:cNvPr>
          <p:cNvSpPr>
            <a:spLocks/>
          </p:cNvSpPr>
          <p:nvPr userDrawn="1"/>
        </p:nvSpPr>
        <p:spPr>
          <a:xfrm>
            <a:off x="9213367" y="0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 b="1">
                <a:solidFill>
                  <a:schemeClr val="bg1"/>
                </a:solidFill>
              </a:rPr>
              <a:t>LOGO ON IMAGES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Both in presentation mode and for printing, the logo will be displayed correctly. 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3136891-561C-3349-98A8-63890FAE2B07}"/>
              </a:ext>
            </a:extLst>
          </p:cNvPr>
          <p:cNvSpPr>
            <a:spLocks/>
          </p:cNvSpPr>
          <p:nvPr userDrawn="1"/>
        </p:nvSpPr>
        <p:spPr>
          <a:xfrm>
            <a:off x="9213368" y="753953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This image can be replaced by another one by using the image placeholder of this slide layout.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E1728F-9A68-4A63-A727-F7DD2DBCA56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13C51-0698-4090-8CC5-CFDB2CF1ACA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710BFF96-B201-42AB-970D-83656F1468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30974" y="432582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7BC78C2-0B61-4D42-973F-ED58E04DF6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15386" y="481543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7F2C4499-A6ED-4410-920B-9162C2E51F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27115" y="428640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2609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mage +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draußen, Himmel, Person, Transport enthält.&#10;&#10;Automatisch generierte Beschreibung">
            <a:extLst>
              <a:ext uri="{FF2B5EF4-FFF2-40B4-BE49-F238E27FC236}">
                <a16:creationId xmlns:a16="http://schemas.microsoft.com/office/drawing/2014/main" id="{114FFAF4-3FBC-46EF-89C9-1C682A031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5" y="0"/>
            <a:ext cx="7441051" cy="5143500"/>
          </a:xfrm>
          <a:prstGeom prst="rect">
            <a:avLst/>
          </a:prstGeom>
        </p:spPr>
      </p:pic>
      <p:sp>
        <p:nvSpPr>
          <p:cNvPr id="34" name="Bildplatzhalter 33">
            <a:extLst>
              <a:ext uri="{FF2B5EF4-FFF2-40B4-BE49-F238E27FC236}">
                <a16:creationId xmlns:a16="http://schemas.microsoft.com/office/drawing/2014/main" id="{5027587B-E534-4094-8993-F977863681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88" y="0"/>
            <a:ext cx="7367933" cy="5143500"/>
          </a:xfrm>
          <a:custGeom>
            <a:avLst/>
            <a:gdLst>
              <a:gd name="connsiteX0" fmla="*/ 0 w 7366519"/>
              <a:gd name="connsiteY0" fmla="*/ 0 h 5143500"/>
              <a:gd name="connsiteX1" fmla="*/ 3025054 w 7366519"/>
              <a:gd name="connsiteY1" fmla="*/ 0 h 5143500"/>
              <a:gd name="connsiteX2" fmla="*/ 7366519 w 7366519"/>
              <a:gd name="connsiteY2" fmla="*/ 0 h 5143500"/>
              <a:gd name="connsiteX3" fmla="*/ 5399091 w 7366519"/>
              <a:gd name="connsiteY3" fmla="*/ 5143500 h 5143500"/>
              <a:gd name="connsiteX4" fmla="*/ 0 w 7366519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519" h="5143500">
                <a:moveTo>
                  <a:pt x="0" y="0"/>
                </a:moveTo>
                <a:lnTo>
                  <a:pt x="3025054" y="0"/>
                </a:lnTo>
                <a:lnTo>
                  <a:pt x="7366519" y="0"/>
                </a:lnTo>
                <a:lnTo>
                  <a:pt x="5399091" y="5143500"/>
                </a:lnTo>
                <a:lnTo>
                  <a:pt x="0" y="51435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US"/>
              <a:t> </a:t>
            </a:r>
          </a:p>
        </p:txBody>
      </p:sp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5969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ECE8652-DB76-4848-B608-A0BC1297C685}"/>
              </a:ext>
            </a:extLst>
          </p:cNvPr>
          <p:cNvSpPr>
            <a:spLocks/>
          </p:cNvSpPr>
          <p:nvPr userDrawn="1"/>
        </p:nvSpPr>
        <p:spPr>
          <a:xfrm>
            <a:off x="-1221105" y="2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This image can be replaced by another one by using the image placeholder of this slide layout.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D07F706-B97C-4593-9DEF-1449F3738DF9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B943C2B5-362B-4766-A917-C5C2A67E7E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DCBEC61-CF2F-4D3C-B2FD-9CAB59BD5CCA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250825" y="402402"/>
            <a:ext cx="6480000" cy="249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D50DBD9A-644F-4441-89D4-5921725614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581775" y="2932113"/>
            <a:ext cx="2312193" cy="707886"/>
          </a:xfrm>
        </p:spPr>
        <p:txBody>
          <a:bodyPr wrap="square" anchor="t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1450" indent="-171450">
              <a:defRPr/>
            </a:lvl2pPr>
            <a:lvl3pPr marL="171450" indent="-171450">
              <a:defRPr/>
            </a:lvl3pPr>
            <a:lvl4pPr marL="171450" indent="-171450">
              <a:defRPr/>
            </a:lvl4pPr>
            <a:lvl5pPr marL="171450" indent="-171450">
              <a:defRPr/>
            </a:lvl5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F20BAE-79AB-47EB-B0EB-88E1B0158E65}"/>
              </a:ext>
            </a:extLst>
          </p:cNvPr>
          <p:cNvSpPr>
            <a:spLocks noGrp="1"/>
          </p:cNvSpPr>
          <p:nvPr>
            <p:ph type="dt" sz="half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7B7DEC-6F4B-4CC9-B195-245ECE8E6E62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A8E3B4-A9EC-4B02-80ED-CCF8700D3D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726BD0-4463-4D64-AB80-52F7B61F44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E6BF0ABF-64DB-4C55-A5C0-C4747205A2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4525" y="4945453"/>
            <a:ext cx="30194" cy="73644"/>
          </a:xfrm>
          <a:custGeom>
            <a:avLst/>
            <a:gdLst>
              <a:gd name="connsiteX0" fmla="*/ 22288 w 30194"/>
              <a:gd name="connsiteY0" fmla="*/ 0 h 68008"/>
              <a:gd name="connsiteX1" fmla="*/ 30194 w 30194"/>
              <a:gd name="connsiteY1" fmla="*/ 2667 h 68008"/>
              <a:gd name="connsiteX2" fmla="*/ 8001 w 30194"/>
              <a:gd name="connsiteY2" fmla="*/ 68008 h 68008"/>
              <a:gd name="connsiteX3" fmla="*/ 0 w 30194"/>
              <a:gd name="connsiteY3" fmla="*/ 65341 h 6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94" h="68008">
                <a:moveTo>
                  <a:pt x="22288" y="0"/>
                </a:moveTo>
                <a:lnTo>
                  <a:pt x="30194" y="2667"/>
                </a:lnTo>
                <a:lnTo>
                  <a:pt x="8001" y="68008"/>
                </a:lnTo>
                <a:lnTo>
                  <a:pt x="0" y="6534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US"/>
              <a:t> </a:t>
            </a:r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8B4E622C-EC3C-4292-BF8F-309735CECD5D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64" name="Freihandform: Form 63">
            <a:extLst>
              <a:ext uri="{FF2B5EF4-FFF2-40B4-BE49-F238E27FC236}">
                <a16:creationId xmlns:a16="http://schemas.microsoft.com/office/drawing/2014/main" id="{AD1523F5-4DB8-412D-ABC9-7E53D1CB7ADF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07DA1ED2-9D9F-4153-9252-CF4858D9BC64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904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arallelogramm 25">
            <a:extLst>
              <a:ext uri="{FF2B5EF4-FFF2-40B4-BE49-F238E27FC236}">
                <a16:creationId xmlns:a16="http://schemas.microsoft.com/office/drawing/2014/main" id="{6A62A36C-810D-4D36-AC31-748792A9BBB6}"/>
              </a:ext>
            </a:extLst>
          </p:cNvPr>
          <p:cNvSpPr>
            <a:spLocks/>
          </p:cNvSpPr>
          <p:nvPr userDrawn="1"/>
        </p:nvSpPr>
        <p:spPr>
          <a:xfrm>
            <a:off x="1783984" y="1131888"/>
            <a:ext cx="4645578" cy="3600450"/>
          </a:xfrm>
          <a:prstGeom prst="parallelogram">
            <a:avLst>
              <a:gd name="adj" fmla="val 38228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0C4B54FF-1F8C-4094-B87E-7E5B3BB200F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83984" y="1131888"/>
            <a:ext cx="4645578" cy="3600450"/>
          </a:xfrm>
          <a:custGeom>
            <a:avLst/>
            <a:gdLst>
              <a:gd name="connsiteX0" fmla="*/ 1373212 w 4645578"/>
              <a:gd name="connsiteY0" fmla="*/ 0 h 3600450"/>
              <a:gd name="connsiteX1" fmla="*/ 4645578 w 4645578"/>
              <a:gd name="connsiteY1" fmla="*/ 0 h 3600450"/>
              <a:gd name="connsiteX2" fmla="*/ 3272366 w 4645578"/>
              <a:gd name="connsiteY2" fmla="*/ 3600450 h 3600450"/>
              <a:gd name="connsiteX3" fmla="*/ 0 w 4645578"/>
              <a:gd name="connsiteY3" fmla="*/ 3600450 h 360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5578" h="3600450">
                <a:moveTo>
                  <a:pt x="1373212" y="0"/>
                </a:moveTo>
                <a:lnTo>
                  <a:pt x="4645578" y="0"/>
                </a:lnTo>
                <a:lnTo>
                  <a:pt x="3272366" y="3600450"/>
                </a:lnTo>
                <a:lnTo>
                  <a:pt x="0" y="36004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19385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B78D2BC-3EBA-437B-8163-7A83C43727EF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D6B4C554-8FFE-4D1C-B97F-3D5BD4EF9D4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B7FC98EF-929F-46ED-BFA2-4919B1875863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36" name="Inhaltsplatzhalter 35">
            <a:extLst>
              <a:ext uri="{FF2B5EF4-FFF2-40B4-BE49-F238E27FC236}">
                <a16:creationId xmlns:a16="http://schemas.microsoft.com/office/drawing/2014/main" id="{21DE544B-D26E-4FC9-B0C0-CA3F7B3B75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" y="1131888"/>
            <a:ext cx="3056265" cy="3600450"/>
          </a:xfrm>
          <a:custGeom>
            <a:avLst/>
            <a:gdLst>
              <a:gd name="connsiteX0" fmla="*/ 0 w 3056265"/>
              <a:gd name="connsiteY0" fmla="*/ 0 h 3600450"/>
              <a:gd name="connsiteX1" fmla="*/ 250824 w 3056265"/>
              <a:gd name="connsiteY1" fmla="*/ 0 h 3600450"/>
              <a:gd name="connsiteX2" fmla="*/ 485775 w 3056265"/>
              <a:gd name="connsiteY2" fmla="*/ 0 h 3600450"/>
              <a:gd name="connsiteX3" fmla="*/ 3056265 w 3056265"/>
              <a:gd name="connsiteY3" fmla="*/ 0 h 3600450"/>
              <a:gd name="connsiteX4" fmla="*/ 1679712 w 3056265"/>
              <a:gd name="connsiteY4" fmla="*/ 3600450 h 3600450"/>
              <a:gd name="connsiteX5" fmla="*/ 485775 w 3056265"/>
              <a:gd name="connsiteY5" fmla="*/ 3600450 h 3600450"/>
              <a:gd name="connsiteX6" fmla="*/ 250824 w 3056265"/>
              <a:gd name="connsiteY6" fmla="*/ 3600450 h 3600450"/>
              <a:gd name="connsiteX7" fmla="*/ 0 w 3056265"/>
              <a:gd name="connsiteY7" fmla="*/ 3600450 h 360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6265" h="3600450">
                <a:moveTo>
                  <a:pt x="0" y="0"/>
                </a:moveTo>
                <a:lnTo>
                  <a:pt x="250824" y="0"/>
                </a:lnTo>
                <a:lnTo>
                  <a:pt x="485775" y="0"/>
                </a:lnTo>
                <a:lnTo>
                  <a:pt x="3056265" y="0"/>
                </a:lnTo>
                <a:lnTo>
                  <a:pt x="1679712" y="3600450"/>
                </a:lnTo>
                <a:lnTo>
                  <a:pt x="485775" y="3600450"/>
                </a:lnTo>
                <a:lnTo>
                  <a:pt x="250824" y="3600450"/>
                </a:lnTo>
                <a:lnTo>
                  <a:pt x="0" y="36004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52000" tIns="0" rIns="0" bIns="0"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lvl1pPr>
            <a:lvl2pPr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lvl="0" indent="-1412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39452F-0CF1-4FBB-9F75-49AAC51664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0E1549E-B2A0-4E7D-B5AE-89AFE7147596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9B19F6-5E67-41F9-8629-2572F57EBC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FF8BAC-4972-4A17-B0C9-525E5E2430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6205FCC9-A8B3-4C28-B86B-3CFB9496E80F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D1F7FAFD-B313-4ED2-9F3E-5891BCFB72D2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1238F2BD-822E-4A68-B43F-69EA63855C6E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B2B18B4-D4F3-A945-BF92-24EEE125E5E3}"/>
              </a:ext>
            </a:extLst>
          </p:cNvPr>
          <p:cNvSpPr>
            <a:spLocks/>
          </p:cNvSpPr>
          <p:nvPr userDrawn="1"/>
        </p:nvSpPr>
        <p:spPr>
          <a:xfrm>
            <a:off x="-1221105" y="2"/>
            <a:ext cx="1142998" cy="6882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</a:rPr>
              <a:t>This image can be replaced by another one by using the image placeholder of this slide layout.</a:t>
            </a:r>
          </a:p>
        </p:txBody>
      </p:sp>
    </p:spTree>
    <p:extLst>
      <p:ext uri="{BB962C8B-B14F-4D97-AF65-F5344CB8AC3E}">
        <p14:creationId xmlns:p14="http://schemas.microsoft.com/office/powerpoint/2010/main" val="1759479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5D4F65-AD60-4567-BD86-84C771AA6A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08907" y="1131888"/>
            <a:ext cx="2020654" cy="1104973"/>
          </a:xfrm>
          <a:custGeom>
            <a:avLst/>
            <a:gdLst>
              <a:gd name="connsiteX0" fmla="*/ 421437 w 2020654"/>
              <a:gd name="connsiteY0" fmla="*/ 0 h 1104973"/>
              <a:gd name="connsiteX1" fmla="*/ 2020654 w 2020654"/>
              <a:gd name="connsiteY1" fmla="*/ 0 h 1104973"/>
              <a:gd name="connsiteX2" fmla="*/ 1599217 w 2020654"/>
              <a:gd name="connsiteY2" fmla="*/ 1104973 h 1104973"/>
              <a:gd name="connsiteX3" fmla="*/ 0 w 2020654"/>
              <a:gd name="connsiteY3" fmla="*/ 1104973 h 110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654" h="1104973">
                <a:moveTo>
                  <a:pt x="421437" y="0"/>
                </a:moveTo>
                <a:lnTo>
                  <a:pt x="2020654" y="0"/>
                </a:lnTo>
                <a:lnTo>
                  <a:pt x="1599217" y="1104973"/>
                </a:lnTo>
                <a:lnTo>
                  <a:pt x="0" y="110497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F22FD5D5-636A-49D9-84C0-FB1A5D10BCC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929842" y="2380038"/>
            <a:ext cx="2020654" cy="1104973"/>
          </a:xfrm>
          <a:custGeom>
            <a:avLst/>
            <a:gdLst>
              <a:gd name="connsiteX0" fmla="*/ 421437 w 2020654"/>
              <a:gd name="connsiteY0" fmla="*/ 0 h 1104973"/>
              <a:gd name="connsiteX1" fmla="*/ 2020654 w 2020654"/>
              <a:gd name="connsiteY1" fmla="*/ 0 h 1104973"/>
              <a:gd name="connsiteX2" fmla="*/ 1599217 w 2020654"/>
              <a:gd name="connsiteY2" fmla="*/ 1104973 h 1104973"/>
              <a:gd name="connsiteX3" fmla="*/ 0 w 2020654"/>
              <a:gd name="connsiteY3" fmla="*/ 1104973 h 110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654" h="1104973">
                <a:moveTo>
                  <a:pt x="421437" y="0"/>
                </a:moveTo>
                <a:lnTo>
                  <a:pt x="2020654" y="0"/>
                </a:lnTo>
                <a:lnTo>
                  <a:pt x="1599217" y="1104973"/>
                </a:lnTo>
                <a:lnTo>
                  <a:pt x="0" y="110497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787F4F9C-EE1D-4AE9-8D55-EE1D972EE51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457085" y="3628188"/>
            <a:ext cx="2020654" cy="1104973"/>
          </a:xfrm>
          <a:custGeom>
            <a:avLst/>
            <a:gdLst>
              <a:gd name="connsiteX0" fmla="*/ 421437 w 2020654"/>
              <a:gd name="connsiteY0" fmla="*/ 0 h 1104973"/>
              <a:gd name="connsiteX1" fmla="*/ 2020654 w 2020654"/>
              <a:gd name="connsiteY1" fmla="*/ 0 h 1104973"/>
              <a:gd name="connsiteX2" fmla="*/ 1599217 w 2020654"/>
              <a:gd name="connsiteY2" fmla="*/ 1104973 h 1104973"/>
              <a:gd name="connsiteX3" fmla="*/ 0 w 2020654"/>
              <a:gd name="connsiteY3" fmla="*/ 1104973 h 110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0654" h="1104973">
                <a:moveTo>
                  <a:pt x="421437" y="0"/>
                </a:moveTo>
                <a:lnTo>
                  <a:pt x="2020654" y="0"/>
                </a:lnTo>
                <a:lnTo>
                  <a:pt x="1599217" y="1104973"/>
                </a:lnTo>
                <a:lnTo>
                  <a:pt x="0" y="110497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4" name="Parallelogramm 33">
            <a:extLst>
              <a:ext uri="{FF2B5EF4-FFF2-40B4-BE49-F238E27FC236}">
                <a16:creationId xmlns:a16="http://schemas.microsoft.com/office/drawing/2014/main" id="{8C98AEFC-2FA6-4054-889A-CE34A038893D}"/>
              </a:ext>
            </a:extLst>
          </p:cNvPr>
          <p:cNvSpPr>
            <a:spLocks/>
          </p:cNvSpPr>
          <p:nvPr userDrawn="1"/>
        </p:nvSpPr>
        <p:spPr>
          <a:xfrm>
            <a:off x="4408907" y="1131888"/>
            <a:ext cx="2020654" cy="1104973"/>
          </a:xfrm>
          <a:prstGeom prst="parallelogram">
            <a:avLst>
              <a:gd name="adj" fmla="val 38228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Parallelogramm 34">
            <a:extLst>
              <a:ext uri="{FF2B5EF4-FFF2-40B4-BE49-F238E27FC236}">
                <a16:creationId xmlns:a16="http://schemas.microsoft.com/office/drawing/2014/main" id="{498959A8-CB3B-4C22-AF9A-79D921772AC4}"/>
              </a:ext>
            </a:extLst>
          </p:cNvPr>
          <p:cNvSpPr>
            <a:spLocks/>
          </p:cNvSpPr>
          <p:nvPr userDrawn="1"/>
        </p:nvSpPr>
        <p:spPr>
          <a:xfrm>
            <a:off x="3929842" y="2380038"/>
            <a:ext cx="2020654" cy="1104973"/>
          </a:xfrm>
          <a:prstGeom prst="parallelogram">
            <a:avLst>
              <a:gd name="adj" fmla="val 38228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36" name="Parallelogramm 35">
            <a:extLst>
              <a:ext uri="{FF2B5EF4-FFF2-40B4-BE49-F238E27FC236}">
                <a16:creationId xmlns:a16="http://schemas.microsoft.com/office/drawing/2014/main" id="{9B03E2C4-460C-44B4-BBF3-B6F1AC2C4E78}"/>
              </a:ext>
            </a:extLst>
          </p:cNvPr>
          <p:cNvSpPr>
            <a:spLocks/>
          </p:cNvSpPr>
          <p:nvPr userDrawn="1"/>
        </p:nvSpPr>
        <p:spPr>
          <a:xfrm>
            <a:off x="3457085" y="3628188"/>
            <a:ext cx="2020654" cy="1104973"/>
          </a:xfrm>
          <a:prstGeom prst="parallelogram">
            <a:avLst>
              <a:gd name="adj" fmla="val 38228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200" err="1">
              <a:solidFill>
                <a:schemeClr val="tx1"/>
              </a:solidFill>
              <a:latin typeface="Arial"/>
            </a:endParaRPr>
          </a:p>
        </p:txBody>
      </p:sp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383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F246838C-AE62-471A-9823-EB2CE6813D4D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1D9DEACB-B17B-44C1-BC1D-863D89EE1B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3FEB39AB-0A0E-48CD-B538-0EA3A20CFC7B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39452F-0CF1-4FBB-9F75-49AAC51664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59806E9-360E-454A-8203-94DBBECBFA56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9B19F6-5E67-41F9-8629-2572F57EBC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FF8BAC-4972-4A17-B0C9-525E5E2430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1EDDD9BF-A845-4606-AC8D-774C888B0B4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373" y="2308038"/>
            <a:ext cx="574209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6F3A2CB-5B45-41C8-93A0-08903C643BD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373" y="3556188"/>
            <a:ext cx="5233366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80B73DE-8FA5-4E1A-96D0-550A57BAD0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1131888"/>
            <a:ext cx="2979738" cy="1104973"/>
          </a:xfrm>
        </p:spPr>
        <p:txBody>
          <a:bodyPr>
            <a:noAutofit/>
          </a:bodyPr>
          <a:lstStyle>
            <a:lvl1pPr>
              <a:defRPr b="1">
                <a:solidFill>
                  <a:schemeClr val="tx2"/>
                </a:solidFill>
              </a:defRPr>
            </a:lvl1pPr>
            <a:lvl2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sp>
        <p:nvSpPr>
          <p:cNvPr id="28" name="Textplatzhalter 12">
            <a:extLst>
              <a:ext uri="{FF2B5EF4-FFF2-40B4-BE49-F238E27FC236}">
                <a16:creationId xmlns:a16="http://schemas.microsoft.com/office/drawing/2014/main" id="{70AE053A-808F-48C8-85C4-3EFD625921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2380038"/>
            <a:ext cx="2979738" cy="1104973"/>
          </a:xfrm>
        </p:spPr>
        <p:txBody>
          <a:bodyPr>
            <a:noAutofit/>
          </a:bodyPr>
          <a:lstStyle>
            <a:lvl1pPr>
              <a:defRPr b="1">
                <a:solidFill>
                  <a:schemeClr val="tx2"/>
                </a:solidFill>
              </a:defRPr>
            </a:lvl1pPr>
            <a:lvl2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sp>
        <p:nvSpPr>
          <p:cNvPr id="29" name="Textplatzhalter 12">
            <a:extLst>
              <a:ext uri="{FF2B5EF4-FFF2-40B4-BE49-F238E27FC236}">
                <a16:creationId xmlns:a16="http://schemas.microsoft.com/office/drawing/2014/main" id="{DCEA4197-5094-4607-A4DA-62578AD778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3628188"/>
            <a:ext cx="2979738" cy="1104973"/>
          </a:xfrm>
        </p:spPr>
        <p:txBody>
          <a:bodyPr>
            <a:noAutofit/>
          </a:bodyPr>
          <a:lstStyle>
            <a:lvl1pPr>
              <a:defRPr b="1">
                <a:solidFill>
                  <a:schemeClr val="tx2"/>
                </a:solidFill>
              </a:defRPr>
            </a:lvl1pPr>
            <a:lvl2pPr marL="141288" marR="0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CF746D8F-E68A-4242-B6C6-127F242DFAB6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D0F87170-05E6-4CCB-B65F-E7D93D0DD3E3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6AF8476A-FE7C-4BAA-AD23-9983764925AF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48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Big per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9691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809ACA-3F79-459F-95EF-D3080A39B7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131889"/>
            <a:ext cx="8893175" cy="392112"/>
          </a:xfrm>
          <a:custGeom>
            <a:avLst/>
            <a:gdLst>
              <a:gd name="connsiteX0" fmla="*/ 0 w 8893175"/>
              <a:gd name="connsiteY0" fmla="*/ 0 h 392112"/>
              <a:gd name="connsiteX1" fmla="*/ 8893175 w 8893175"/>
              <a:gd name="connsiteY1" fmla="*/ 0 h 392112"/>
              <a:gd name="connsiteX2" fmla="*/ 8893175 w 8893175"/>
              <a:gd name="connsiteY2" fmla="*/ 8098 h 392112"/>
              <a:gd name="connsiteX3" fmla="*/ 8742588 w 8893175"/>
              <a:gd name="connsiteY3" fmla="*/ 392112 h 392112"/>
              <a:gd name="connsiteX4" fmla="*/ 0 w 8893175"/>
              <a:gd name="connsiteY4" fmla="*/ 392112 h 39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3175" h="392112">
                <a:moveTo>
                  <a:pt x="0" y="0"/>
                </a:moveTo>
                <a:lnTo>
                  <a:pt x="8893175" y="0"/>
                </a:lnTo>
                <a:lnTo>
                  <a:pt x="8893175" y="8098"/>
                </a:lnTo>
                <a:lnTo>
                  <a:pt x="8742588" y="392112"/>
                </a:lnTo>
                <a:lnTo>
                  <a:pt x="0" y="392112"/>
                </a:lnTo>
                <a:close/>
              </a:path>
            </a:pathLst>
          </a:custGeom>
          <a:solidFill>
            <a:schemeClr val="tx2"/>
          </a:solidFill>
        </p:spPr>
        <p:txBody>
          <a:bodyPr vert="horz" wrap="square" lIns="252000" tIns="0" rIns="0" bIns="0" rtlCol="0" anchor="ctr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</a:defRPr>
            </a:lvl1pPr>
            <a:lvl2pPr>
              <a:defRPr lang="de-DE" b="1" cap="all" baseline="0" smtClean="0">
                <a:solidFill>
                  <a:schemeClr val="bg1"/>
                </a:solidFill>
              </a:defRPr>
            </a:lvl2pPr>
            <a:lvl3pPr>
              <a:defRPr lang="de-DE" b="1" cap="all" baseline="0" smtClean="0">
                <a:solidFill>
                  <a:schemeClr val="bg1"/>
                </a:solidFill>
              </a:defRPr>
            </a:lvl3pPr>
            <a:lvl4pPr>
              <a:defRPr lang="de-DE" b="1" cap="all" baseline="0" smtClean="0">
                <a:solidFill>
                  <a:schemeClr val="bg1"/>
                </a:solidFill>
              </a:defRPr>
            </a:lvl4pPr>
            <a:lvl5pPr>
              <a:defRPr lang="en-US" b="1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cxnSp>
        <p:nvCxnSpPr>
          <p:cNvPr id="21" name="Gerader Verbinder 38">
            <a:extLst>
              <a:ext uri="{FF2B5EF4-FFF2-40B4-BE49-F238E27FC236}">
                <a16:creationId xmlns:a16="http://schemas.microsoft.com/office/drawing/2014/main" id="{03C3335A-01C4-4023-AB21-91D78DB2D77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0824" y="2703150"/>
            <a:ext cx="3597276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41">
            <a:extLst>
              <a:ext uri="{FF2B5EF4-FFF2-40B4-BE49-F238E27FC236}">
                <a16:creationId xmlns:a16="http://schemas.microsoft.com/office/drawing/2014/main" id="{56F3F311-DFDA-4BB8-96A3-E2C08F05FEA4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0824" y="3521484"/>
            <a:ext cx="3597276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4371A80-26D5-4C61-8B97-BFDB881F64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825" y="1954258"/>
            <a:ext cx="3597275" cy="67945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4CCE499A-2DD8-437B-BCBB-EE493A2ED5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2772592"/>
            <a:ext cx="3597275" cy="67945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34A3E2B1-6C13-4635-8553-A7AD399F7B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825" y="3590925"/>
            <a:ext cx="3597275" cy="679450"/>
          </a:xfrm>
        </p:spPr>
        <p:txBody>
          <a:bodyPr anchor="ctr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F866C9EE-80EB-49AF-9BD8-772AF4B5F4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8575" y="1928845"/>
            <a:ext cx="3597275" cy="2123658"/>
          </a:xfrm>
        </p:spPr>
        <p:txBody>
          <a:bodyPr anchor="ctr">
            <a:spAutoFit/>
          </a:bodyPr>
          <a:lstStyle>
            <a:lvl1pPr>
              <a:defRPr sz="13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X%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5BD9067-F3DA-4402-85C6-00F602C825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130" y="3878263"/>
            <a:ext cx="4352870" cy="392112"/>
          </a:xfrm>
          <a:custGeom>
            <a:avLst/>
            <a:gdLst>
              <a:gd name="connsiteX0" fmla="*/ 163350 w 4352870"/>
              <a:gd name="connsiteY0" fmla="*/ 0 h 392112"/>
              <a:gd name="connsiteX1" fmla="*/ 4352870 w 4352870"/>
              <a:gd name="connsiteY1" fmla="*/ 0 h 392112"/>
              <a:gd name="connsiteX2" fmla="*/ 4352870 w 4352870"/>
              <a:gd name="connsiteY2" fmla="*/ 392112 h 392112"/>
              <a:gd name="connsiteX3" fmla="*/ 0 w 4352870"/>
              <a:gd name="connsiteY3" fmla="*/ 392112 h 39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870" h="392112">
                <a:moveTo>
                  <a:pt x="163350" y="0"/>
                </a:moveTo>
                <a:lnTo>
                  <a:pt x="4352870" y="0"/>
                </a:lnTo>
                <a:lnTo>
                  <a:pt x="4352870" y="392112"/>
                </a:lnTo>
                <a:lnTo>
                  <a:pt x="0" y="392112"/>
                </a:lnTo>
                <a:close/>
              </a:path>
            </a:pathLst>
          </a:custGeom>
          <a:solidFill>
            <a:schemeClr val="tx2"/>
          </a:solidFill>
        </p:spPr>
        <p:txBody>
          <a:bodyPr vert="horz" wrap="square" lIns="252000" tIns="0" rIns="0" bIns="0" rtlCol="0" anchor="ctr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</a:defRPr>
            </a:lvl1pPr>
            <a:lvl2pPr>
              <a:defRPr lang="de-DE" b="1" cap="all" baseline="0" smtClean="0">
                <a:solidFill>
                  <a:schemeClr val="bg1"/>
                </a:solidFill>
              </a:defRPr>
            </a:lvl2pPr>
            <a:lvl3pPr>
              <a:defRPr lang="de-DE" b="1" cap="all" baseline="0" smtClean="0">
                <a:solidFill>
                  <a:schemeClr val="bg1"/>
                </a:solidFill>
              </a:defRPr>
            </a:lvl3pPr>
            <a:lvl4pPr>
              <a:defRPr lang="de-DE" b="1" cap="all" baseline="0" smtClean="0">
                <a:solidFill>
                  <a:schemeClr val="bg1"/>
                </a:solidFill>
              </a:defRPr>
            </a:lvl4pPr>
            <a:lvl5pPr>
              <a:defRPr lang="en-US" b="1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B86F88-29C7-4B86-AEF6-825D2D523B1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C12525A-0F98-46EB-98E0-83752638552E}" type="datetime5">
              <a:rPr lang="de-DE" smtClean="0"/>
              <a:t>26-05-29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942EBE7-AE79-47FF-80AC-599E6494A5B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6D76998-1081-410A-BB26-F47D6456702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04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Five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2370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60A5C6F9-3CBE-491D-BFE7-2C5619CD4885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6CA5875B-6F1E-4D8C-A563-B86EA3568A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B06EF1E-5BCF-4A9A-A268-086F21474489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39452F-0CF1-4FBB-9F75-49AAC51664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8CDF3F2-8AA9-42B8-A874-ABE4B44721A5}" type="datetime5">
              <a:rPr lang="de-DE" smtClean="0"/>
              <a:t>26-05-29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9B19F6-5E67-41F9-8629-2572F57EBC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FF8BAC-4972-4A17-B0C9-525E5E2430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8E8C2AA9-7889-4FF3-A813-6BCDD2D708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1131888"/>
            <a:ext cx="5977539" cy="601741"/>
          </a:xfrm>
          <a:custGeom>
            <a:avLst/>
            <a:gdLst>
              <a:gd name="connsiteX0" fmla="*/ 0 w 5977539"/>
              <a:gd name="connsiteY0" fmla="*/ 0 h 601741"/>
              <a:gd name="connsiteX1" fmla="*/ 5977539 w 5977539"/>
              <a:gd name="connsiteY1" fmla="*/ 0 h 601741"/>
              <a:gd name="connsiteX2" fmla="*/ 5747096 w 5977539"/>
              <a:gd name="connsiteY2" fmla="*/ 601741 h 601741"/>
              <a:gd name="connsiteX3" fmla="*/ 0 w 5977539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7539" h="601741">
                <a:moveTo>
                  <a:pt x="0" y="0"/>
                </a:moveTo>
                <a:lnTo>
                  <a:pt x="5977539" y="0"/>
                </a:lnTo>
                <a:lnTo>
                  <a:pt x="5747096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52000" tIns="0" rIns="0" bIns="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6BDF1B58-37D7-41BA-B46B-48A8100011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855788"/>
            <a:ext cx="5700314" cy="601741"/>
          </a:xfrm>
          <a:custGeom>
            <a:avLst/>
            <a:gdLst>
              <a:gd name="connsiteX0" fmla="*/ 0 w 5700314"/>
              <a:gd name="connsiteY0" fmla="*/ 0 h 601741"/>
              <a:gd name="connsiteX1" fmla="*/ 5700314 w 5700314"/>
              <a:gd name="connsiteY1" fmla="*/ 0 h 601741"/>
              <a:gd name="connsiteX2" fmla="*/ 5469872 w 5700314"/>
              <a:gd name="connsiteY2" fmla="*/ 601741 h 601741"/>
              <a:gd name="connsiteX3" fmla="*/ 0 w 5700314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0314" h="601741">
                <a:moveTo>
                  <a:pt x="0" y="0"/>
                </a:moveTo>
                <a:lnTo>
                  <a:pt x="5700314" y="0"/>
                </a:lnTo>
                <a:lnTo>
                  <a:pt x="5469872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398BEF63-E5A8-48EE-9428-EF8335B894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579688"/>
            <a:ext cx="5423090" cy="601741"/>
          </a:xfrm>
          <a:custGeom>
            <a:avLst/>
            <a:gdLst>
              <a:gd name="connsiteX0" fmla="*/ 0 w 5423090"/>
              <a:gd name="connsiteY0" fmla="*/ 0 h 601741"/>
              <a:gd name="connsiteX1" fmla="*/ 5423090 w 5423090"/>
              <a:gd name="connsiteY1" fmla="*/ 0 h 601741"/>
              <a:gd name="connsiteX2" fmla="*/ 5192647 w 5423090"/>
              <a:gd name="connsiteY2" fmla="*/ 601741 h 601741"/>
              <a:gd name="connsiteX3" fmla="*/ 0 w 5423090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3090" h="601741">
                <a:moveTo>
                  <a:pt x="0" y="0"/>
                </a:moveTo>
                <a:lnTo>
                  <a:pt x="5423090" y="0"/>
                </a:lnTo>
                <a:lnTo>
                  <a:pt x="5192647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52000" tIns="0" rIns="0" bIns="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98704CEC-0E70-4745-8656-2FA15B72F5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3303588"/>
            <a:ext cx="5145865" cy="601741"/>
          </a:xfrm>
          <a:custGeom>
            <a:avLst/>
            <a:gdLst>
              <a:gd name="connsiteX0" fmla="*/ 0 w 5145865"/>
              <a:gd name="connsiteY0" fmla="*/ 0 h 601741"/>
              <a:gd name="connsiteX1" fmla="*/ 5145865 w 5145865"/>
              <a:gd name="connsiteY1" fmla="*/ 0 h 601741"/>
              <a:gd name="connsiteX2" fmla="*/ 4915422 w 5145865"/>
              <a:gd name="connsiteY2" fmla="*/ 601741 h 601741"/>
              <a:gd name="connsiteX3" fmla="*/ 0 w 5145865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865" h="601741">
                <a:moveTo>
                  <a:pt x="0" y="0"/>
                </a:moveTo>
                <a:lnTo>
                  <a:pt x="5145865" y="0"/>
                </a:lnTo>
                <a:lnTo>
                  <a:pt x="4915422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52000" tIns="0" rIns="0" bIns="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25C94052-D1D1-4A7F-ACBE-F740AD3487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4134605"/>
            <a:ext cx="4827619" cy="601741"/>
          </a:xfrm>
          <a:custGeom>
            <a:avLst/>
            <a:gdLst>
              <a:gd name="connsiteX0" fmla="*/ 0 w 4827619"/>
              <a:gd name="connsiteY0" fmla="*/ 0 h 601741"/>
              <a:gd name="connsiteX1" fmla="*/ 4827619 w 4827619"/>
              <a:gd name="connsiteY1" fmla="*/ 0 h 601741"/>
              <a:gd name="connsiteX2" fmla="*/ 4597176 w 4827619"/>
              <a:gd name="connsiteY2" fmla="*/ 601741 h 601741"/>
              <a:gd name="connsiteX3" fmla="*/ 0 w 4827619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619" h="601741">
                <a:moveTo>
                  <a:pt x="0" y="0"/>
                </a:moveTo>
                <a:lnTo>
                  <a:pt x="4827619" y="0"/>
                </a:lnTo>
                <a:lnTo>
                  <a:pt x="4597176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52000" tIns="0" rIns="0" bIns="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EB315B-8D40-4F7B-8A17-85F60C2DC41D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937EB1E9-31A4-4B67-ACCA-BA8427B2B988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32AE777C-A6E3-46AD-824A-6F84A1038305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806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Four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7856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809ACA-3F79-459F-95EF-D3080A39B7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131889"/>
            <a:ext cx="8893175" cy="392112"/>
          </a:xfrm>
          <a:custGeom>
            <a:avLst/>
            <a:gdLst>
              <a:gd name="connsiteX0" fmla="*/ 0 w 8893175"/>
              <a:gd name="connsiteY0" fmla="*/ 0 h 392112"/>
              <a:gd name="connsiteX1" fmla="*/ 8893175 w 8893175"/>
              <a:gd name="connsiteY1" fmla="*/ 0 h 392112"/>
              <a:gd name="connsiteX2" fmla="*/ 8893175 w 8893175"/>
              <a:gd name="connsiteY2" fmla="*/ 8098 h 392112"/>
              <a:gd name="connsiteX3" fmla="*/ 8742588 w 8893175"/>
              <a:gd name="connsiteY3" fmla="*/ 392112 h 392112"/>
              <a:gd name="connsiteX4" fmla="*/ 0 w 8893175"/>
              <a:gd name="connsiteY4" fmla="*/ 392112 h 39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3175" h="392112">
                <a:moveTo>
                  <a:pt x="0" y="0"/>
                </a:moveTo>
                <a:lnTo>
                  <a:pt x="8893175" y="0"/>
                </a:lnTo>
                <a:lnTo>
                  <a:pt x="8893175" y="8098"/>
                </a:lnTo>
                <a:lnTo>
                  <a:pt x="8742588" y="392112"/>
                </a:lnTo>
                <a:lnTo>
                  <a:pt x="0" y="392112"/>
                </a:lnTo>
                <a:close/>
              </a:path>
            </a:pathLst>
          </a:custGeom>
          <a:solidFill>
            <a:schemeClr val="tx2"/>
          </a:solidFill>
        </p:spPr>
        <p:txBody>
          <a:bodyPr vert="horz" wrap="square" lIns="252000" tIns="0" rIns="0" bIns="0" rtlCol="0" anchor="ctr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</a:defRPr>
            </a:lvl1pPr>
            <a:lvl2pPr>
              <a:defRPr lang="de-DE" b="1" cap="all" baseline="0" smtClean="0">
                <a:solidFill>
                  <a:schemeClr val="bg1"/>
                </a:solidFill>
              </a:defRPr>
            </a:lvl2pPr>
            <a:lvl3pPr>
              <a:defRPr lang="de-DE" b="1" cap="all" baseline="0" smtClean="0">
                <a:solidFill>
                  <a:schemeClr val="bg1"/>
                </a:solidFill>
              </a:defRPr>
            </a:lvl3pPr>
            <a:lvl4pPr>
              <a:defRPr lang="de-DE" b="1" cap="all" baseline="0" smtClean="0">
                <a:solidFill>
                  <a:schemeClr val="bg1"/>
                </a:solidFill>
              </a:defRPr>
            </a:lvl4pPr>
            <a:lvl5pPr>
              <a:defRPr lang="en-US" b="1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12B97C00-D2A9-4DAB-925A-60567BEB28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1698711"/>
            <a:ext cx="2510936" cy="601741"/>
          </a:xfrm>
          <a:custGeom>
            <a:avLst/>
            <a:gdLst>
              <a:gd name="connsiteX0" fmla="*/ 0 w 2510936"/>
              <a:gd name="connsiteY0" fmla="*/ 0 h 601741"/>
              <a:gd name="connsiteX1" fmla="*/ 2510936 w 2510936"/>
              <a:gd name="connsiteY1" fmla="*/ 0 h 601741"/>
              <a:gd name="connsiteX2" fmla="*/ 2280493 w 2510936"/>
              <a:gd name="connsiteY2" fmla="*/ 601741 h 601741"/>
              <a:gd name="connsiteX3" fmla="*/ 0 w 2510936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0936" h="601741">
                <a:moveTo>
                  <a:pt x="0" y="0"/>
                </a:moveTo>
                <a:lnTo>
                  <a:pt x="2510936" y="0"/>
                </a:lnTo>
                <a:lnTo>
                  <a:pt x="2280493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360043" bIns="0" anchor="ctr">
            <a:noAutofit/>
          </a:bodyPr>
          <a:lstStyle>
            <a:lvl1pPr algn="r"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5322785F-AF6C-4058-87C1-C96807029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2512515"/>
            <a:ext cx="2197042" cy="601741"/>
          </a:xfrm>
          <a:custGeom>
            <a:avLst/>
            <a:gdLst>
              <a:gd name="connsiteX0" fmla="*/ 0 w 2197042"/>
              <a:gd name="connsiteY0" fmla="*/ 0 h 601741"/>
              <a:gd name="connsiteX1" fmla="*/ 2197042 w 2197042"/>
              <a:gd name="connsiteY1" fmla="*/ 0 h 601741"/>
              <a:gd name="connsiteX2" fmla="*/ 1966600 w 2197042"/>
              <a:gd name="connsiteY2" fmla="*/ 601741 h 601741"/>
              <a:gd name="connsiteX3" fmla="*/ 0 w 2197042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7042" h="601741">
                <a:moveTo>
                  <a:pt x="0" y="0"/>
                </a:moveTo>
                <a:lnTo>
                  <a:pt x="2197042" y="0"/>
                </a:lnTo>
                <a:lnTo>
                  <a:pt x="1966600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360043" bIns="0" anchor="ctr">
            <a:noAutofit/>
          </a:bodyPr>
          <a:lstStyle>
            <a:lvl1pPr algn="r"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91C3FC2B-8611-472F-9312-8BEBF78072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3326319"/>
            <a:ext cx="1873337" cy="601741"/>
          </a:xfrm>
          <a:custGeom>
            <a:avLst/>
            <a:gdLst>
              <a:gd name="connsiteX0" fmla="*/ 0 w 1873337"/>
              <a:gd name="connsiteY0" fmla="*/ 0 h 601741"/>
              <a:gd name="connsiteX1" fmla="*/ 1873337 w 1873337"/>
              <a:gd name="connsiteY1" fmla="*/ 0 h 601741"/>
              <a:gd name="connsiteX2" fmla="*/ 1642894 w 1873337"/>
              <a:gd name="connsiteY2" fmla="*/ 601741 h 601741"/>
              <a:gd name="connsiteX3" fmla="*/ 0 w 1873337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3337" h="601741">
                <a:moveTo>
                  <a:pt x="0" y="0"/>
                </a:moveTo>
                <a:lnTo>
                  <a:pt x="1873337" y="0"/>
                </a:lnTo>
                <a:lnTo>
                  <a:pt x="1642894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360043" bIns="0" anchor="ctr">
            <a:noAutofit/>
          </a:bodyPr>
          <a:lstStyle>
            <a:lvl1pPr algn="r"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CCB7C0A6-2FB5-4F76-BDC2-E21495048D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4140122"/>
            <a:ext cx="1559442" cy="601741"/>
          </a:xfrm>
          <a:custGeom>
            <a:avLst/>
            <a:gdLst>
              <a:gd name="connsiteX0" fmla="*/ 0 w 1559442"/>
              <a:gd name="connsiteY0" fmla="*/ 0 h 601741"/>
              <a:gd name="connsiteX1" fmla="*/ 1559442 w 1559442"/>
              <a:gd name="connsiteY1" fmla="*/ 0 h 601741"/>
              <a:gd name="connsiteX2" fmla="*/ 1328999 w 1559442"/>
              <a:gd name="connsiteY2" fmla="*/ 601741 h 601741"/>
              <a:gd name="connsiteX3" fmla="*/ 0 w 1559442"/>
              <a:gd name="connsiteY3" fmla="*/ 601741 h 60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9442" h="601741">
                <a:moveTo>
                  <a:pt x="0" y="0"/>
                </a:moveTo>
                <a:lnTo>
                  <a:pt x="1559442" y="0"/>
                </a:lnTo>
                <a:lnTo>
                  <a:pt x="1328999" y="601741"/>
                </a:lnTo>
                <a:lnTo>
                  <a:pt x="0" y="601741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360043" bIns="0" anchor="ctr">
            <a:noAutofit/>
          </a:bodyPr>
          <a:lstStyle>
            <a:lvl1pPr algn="r"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cxnSp>
        <p:nvCxnSpPr>
          <p:cNvPr id="42" name="Gerader Verbinder 68">
            <a:extLst>
              <a:ext uri="{FF2B5EF4-FFF2-40B4-BE49-F238E27FC236}">
                <a16:creationId xmlns:a16="http://schemas.microsoft.com/office/drawing/2014/main" id="{2548F92E-7833-41FA-AAA9-76428001705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19350" y="2406483"/>
            <a:ext cx="6473825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69">
            <a:extLst>
              <a:ext uri="{FF2B5EF4-FFF2-40B4-BE49-F238E27FC236}">
                <a16:creationId xmlns:a16="http://schemas.microsoft.com/office/drawing/2014/main" id="{2BF76936-A910-457B-969E-019FE28E02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096474" y="3220288"/>
            <a:ext cx="6796701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70">
            <a:extLst>
              <a:ext uri="{FF2B5EF4-FFF2-40B4-BE49-F238E27FC236}">
                <a16:creationId xmlns:a16="http://schemas.microsoft.com/office/drawing/2014/main" id="{C2152ED4-C09B-474A-9BC0-A3A0B0A32B05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785938" y="4034091"/>
            <a:ext cx="7104856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F9F2406-4593-496D-B478-649A30FFFA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90937" y="1698750"/>
            <a:ext cx="6202239" cy="601663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5" name="Textplatzhalter 7">
            <a:extLst>
              <a:ext uri="{FF2B5EF4-FFF2-40B4-BE49-F238E27FC236}">
                <a16:creationId xmlns:a16="http://schemas.microsoft.com/office/drawing/2014/main" id="{F3E939AA-2B29-412B-B687-73A9A41BAA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79423" y="2512554"/>
            <a:ext cx="6513752" cy="601663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025FF5F1-2552-4486-AFAB-DF546C77A0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53337" y="3326358"/>
            <a:ext cx="6839838" cy="601663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47" name="Textplatzhalter 7">
            <a:extLst>
              <a:ext uri="{FF2B5EF4-FFF2-40B4-BE49-F238E27FC236}">
                <a16:creationId xmlns:a16="http://schemas.microsoft.com/office/drawing/2014/main" id="{5578D40D-245C-4FC3-98DE-48AC77B3B0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1823" y="4140161"/>
            <a:ext cx="7151352" cy="601663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Click to 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4E4F47-ED3A-4597-B574-4BE3BE232285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5079515-3604-4F77-A246-9F006C004E67}" type="datetime5">
              <a:rPr lang="de-DE" smtClean="0"/>
              <a:t>26-05-29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4E100F6-63F4-4EEB-8B56-53DB1158BCB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3A6530-48C1-40E6-A350-339625DF7A0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27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 points vertic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3601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3984F0A-BEEC-45D7-83B1-2B6D0B7AB1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825" y="1472774"/>
            <a:ext cx="1620000" cy="900000"/>
          </a:xfrm>
          <a:solidFill>
            <a:schemeClr val="tx2"/>
          </a:solidFill>
          <a:ln>
            <a:noFill/>
          </a:ln>
        </p:spPr>
        <p:txBody>
          <a:bodyPr vert="horz" wrap="square" lIns="80968" tIns="53979" rIns="80968" bIns="53979" rtlCol="0" anchor="t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83838-8131-4500-A40A-0A3BEE1132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F762A0-F7CB-4A7A-8809-0EDEC785C497}" type="datetime5">
              <a:rPr lang="de-DE" smtClean="0"/>
              <a:t>26-05-29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50B61B-63EC-44F2-BBF6-C4371FD429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C28E51-6A73-4ABE-A1F4-EE500C26CE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5D84CBC5-14AA-4A78-87AA-7D5EB21F4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825" y="2652556"/>
            <a:ext cx="1620000" cy="900000"/>
          </a:xfrm>
          <a:solidFill>
            <a:schemeClr val="tx2"/>
          </a:solidFill>
          <a:ln>
            <a:noFill/>
          </a:ln>
        </p:spPr>
        <p:txBody>
          <a:bodyPr vert="horz" wrap="square" lIns="80968" tIns="53979" rIns="80968" bIns="53979" rtlCol="0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53467E8-E8EA-43C9-A5A3-E255439458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3832338"/>
            <a:ext cx="1620000" cy="900000"/>
          </a:xfrm>
          <a:solidFill>
            <a:schemeClr val="tx2"/>
          </a:solidFill>
          <a:ln>
            <a:noFill/>
          </a:ln>
        </p:spPr>
        <p:txBody>
          <a:bodyPr vert="horz" wrap="square" lIns="80968" tIns="53979" rIns="80968" bIns="53979" rtlCol="0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ADB05AFC-F7BA-4920-8800-57963B9892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93266" y="1131888"/>
            <a:ext cx="1566000" cy="222820"/>
          </a:xfrm>
        </p:spPr>
        <p:txBody>
          <a:bodyPr vert="horz" wrap="square" lIns="0" tIns="0" rIns="0" bIns="37785" rtlCol="0" anchor="t">
            <a:spAutoFit/>
          </a:bodyPr>
          <a:lstStyle>
            <a:lvl1pPr>
              <a:defRPr lang="de-DE" b="1" cap="none" dirty="0">
                <a:ea typeface="Verdana" pitchFamily="34" charset="0"/>
                <a:cs typeface="Verdana" pitchFamily="34" charset="0"/>
              </a:defRPr>
            </a:lvl1pPr>
          </a:lstStyle>
          <a:p>
            <a:pPr lvl="0" defTabSz="457200">
              <a:spcBef>
                <a:spcPts val="300"/>
              </a:spcBef>
            </a:pPr>
            <a:r>
              <a:rPr lang="en-US"/>
              <a:t>Click to add text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2595EDF5-54DA-44EF-BA95-73C6D2D180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93266" y="1472774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cxnSp>
        <p:nvCxnSpPr>
          <p:cNvPr id="20" name="Gerade Verbindung 11">
            <a:extLst>
              <a:ext uri="{FF2B5EF4-FFF2-40B4-BE49-F238E27FC236}">
                <a16:creationId xmlns:a16="http://schemas.microsoft.com/office/drawing/2014/main" id="{D45F0BD5-5497-4739-978F-80FEA1B2055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093266" y="1333180"/>
            <a:ext cx="1566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FB33179-EB49-4367-A14F-B3B0C98AA3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3266" y="2652556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CA4EA280-730B-4503-A5C5-CC1F111A30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3266" y="3832338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cxnSp>
        <p:nvCxnSpPr>
          <p:cNvPr id="24" name="Gerade Verbindung 18">
            <a:extLst>
              <a:ext uri="{FF2B5EF4-FFF2-40B4-BE49-F238E27FC236}">
                <a16:creationId xmlns:a16="http://schemas.microsoft.com/office/drawing/2014/main" id="{6394D6D7-923D-4127-BEBF-88B5E4A54B2F}"/>
              </a:ext>
            </a:extLst>
          </p:cNvPr>
          <p:cNvCxnSpPr>
            <a:cxnSpLocks/>
          </p:cNvCxnSpPr>
          <p:nvPr/>
        </p:nvCxnSpPr>
        <p:spPr bwMode="gray">
          <a:xfrm>
            <a:off x="7328646" y="2513145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11">
            <a:extLst>
              <a:ext uri="{FF2B5EF4-FFF2-40B4-BE49-F238E27FC236}">
                <a16:creationId xmlns:a16="http://schemas.microsoft.com/office/drawing/2014/main" id="{25B1D9AC-6457-44BD-A6A1-98496381C4B0}"/>
              </a:ext>
            </a:extLst>
          </p:cNvPr>
          <p:cNvCxnSpPr>
            <a:cxnSpLocks/>
          </p:cNvCxnSpPr>
          <p:nvPr/>
        </p:nvCxnSpPr>
        <p:spPr bwMode="gray">
          <a:xfrm>
            <a:off x="5565220" y="2513145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F0DFEE3D-8746-4C81-B9AC-7AF0BE595B61}"/>
              </a:ext>
            </a:extLst>
          </p:cNvPr>
          <p:cNvCxnSpPr>
            <a:cxnSpLocks/>
          </p:cNvCxnSpPr>
          <p:nvPr/>
        </p:nvCxnSpPr>
        <p:spPr bwMode="gray">
          <a:xfrm>
            <a:off x="2093265" y="2513145"/>
            <a:ext cx="1566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18">
            <a:extLst>
              <a:ext uri="{FF2B5EF4-FFF2-40B4-BE49-F238E27FC236}">
                <a16:creationId xmlns:a16="http://schemas.microsoft.com/office/drawing/2014/main" id="{1D79B885-5149-41B6-8DA3-18A7DEBB2632}"/>
              </a:ext>
            </a:extLst>
          </p:cNvPr>
          <p:cNvCxnSpPr>
            <a:cxnSpLocks/>
          </p:cNvCxnSpPr>
          <p:nvPr/>
        </p:nvCxnSpPr>
        <p:spPr bwMode="gray">
          <a:xfrm>
            <a:off x="3856691" y="2513145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18">
            <a:extLst>
              <a:ext uri="{FF2B5EF4-FFF2-40B4-BE49-F238E27FC236}">
                <a16:creationId xmlns:a16="http://schemas.microsoft.com/office/drawing/2014/main" id="{BCD4C023-6F80-4E44-BC54-1EEA80C11316}"/>
              </a:ext>
            </a:extLst>
          </p:cNvPr>
          <p:cNvCxnSpPr>
            <a:cxnSpLocks/>
          </p:cNvCxnSpPr>
          <p:nvPr/>
        </p:nvCxnSpPr>
        <p:spPr bwMode="gray">
          <a:xfrm>
            <a:off x="7328646" y="3692333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11">
            <a:extLst>
              <a:ext uri="{FF2B5EF4-FFF2-40B4-BE49-F238E27FC236}">
                <a16:creationId xmlns:a16="http://schemas.microsoft.com/office/drawing/2014/main" id="{D8BBB1C5-C632-494E-BF5B-FA73D30F8DAC}"/>
              </a:ext>
            </a:extLst>
          </p:cNvPr>
          <p:cNvCxnSpPr>
            <a:cxnSpLocks/>
          </p:cNvCxnSpPr>
          <p:nvPr/>
        </p:nvCxnSpPr>
        <p:spPr bwMode="gray">
          <a:xfrm>
            <a:off x="5565220" y="3692333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11">
            <a:extLst>
              <a:ext uri="{FF2B5EF4-FFF2-40B4-BE49-F238E27FC236}">
                <a16:creationId xmlns:a16="http://schemas.microsoft.com/office/drawing/2014/main" id="{5C53D548-5241-4865-A1DD-6B257D6D99D9}"/>
              </a:ext>
            </a:extLst>
          </p:cNvPr>
          <p:cNvCxnSpPr>
            <a:cxnSpLocks/>
          </p:cNvCxnSpPr>
          <p:nvPr/>
        </p:nvCxnSpPr>
        <p:spPr bwMode="gray">
          <a:xfrm>
            <a:off x="2093265" y="3692333"/>
            <a:ext cx="1566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18">
            <a:extLst>
              <a:ext uri="{FF2B5EF4-FFF2-40B4-BE49-F238E27FC236}">
                <a16:creationId xmlns:a16="http://schemas.microsoft.com/office/drawing/2014/main" id="{BC3830B1-5E68-4570-A9EC-D97E185F35AA}"/>
              </a:ext>
            </a:extLst>
          </p:cNvPr>
          <p:cNvCxnSpPr>
            <a:cxnSpLocks/>
          </p:cNvCxnSpPr>
          <p:nvPr/>
        </p:nvCxnSpPr>
        <p:spPr bwMode="gray">
          <a:xfrm>
            <a:off x="3856691" y="3692333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34EE9146-090D-49FA-B44F-E16EC00A08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56691" y="1131888"/>
            <a:ext cx="1566000" cy="222820"/>
          </a:xfrm>
        </p:spPr>
        <p:txBody>
          <a:bodyPr vert="horz" wrap="square" lIns="0" tIns="0" rIns="0" bIns="37785" rtlCol="0" anchor="t">
            <a:spAutoFit/>
          </a:bodyPr>
          <a:lstStyle>
            <a:lvl1pPr>
              <a:defRPr lang="de-DE" b="1" cap="none" dirty="0">
                <a:ea typeface="Verdana" pitchFamily="34" charset="0"/>
                <a:cs typeface="Verdana" pitchFamily="34" charset="0"/>
              </a:defRPr>
            </a:lvl1pPr>
          </a:lstStyle>
          <a:p>
            <a:pPr lvl="0" defTabSz="457200">
              <a:spcBef>
                <a:spcPts val="300"/>
              </a:spcBef>
            </a:pPr>
            <a:r>
              <a:rPr lang="en-US"/>
              <a:t>Click to add text</a:t>
            </a:r>
          </a:p>
        </p:txBody>
      </p:sp>
      <p:sp>
        <p:nvSpPr>
          <p:cNvPr id="36" name="Textplatzhalter 7">
            <a:extLst>
              <a:ext uri="{FF2B5EF4-FFF2-40B4-BE49-F238E27FC236}">
                <a16:creationId xmlns:a16="http://schemas.microsoft.com/office/drawing/2014/main" id="{36AD32C9-EA78-41D2-81CE-08112C9F9F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56691" y="1472774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7" name="Textplatzhalter 7">
            <a:extLst>
              <a:ext uri="{FF2B5EF4-FFF2-40B4-BE49-F238E27FC236}">
                <a16:creationId xmlns:a16="http://schemas.microsoft.com/office/drawing/2014/main" id="{4AB2DA85-1217-4A22-8E6B-881B20CC47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6691" y="2652556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1EA41D91-761F-449C-BE1F-5CF80391C08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56691" y="3832338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1E5E915D-8F2E-417B-8ACE-D24E7AD1C9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5220" y="1131888"/>
            <a:ext cx="1566000" cy="222820"/>
          </a:xfrm>
        </p:spPr>
        <p:txBody>
          <a:bodyPr vert="horz" wrap="square" lIns="0" tIns="0" rIns="0" bIns="37785" rtlCol="0" anchor="t">
            <a:spAutoFit/>
          </a:bodyPr>
          <a:lstStyle>
            <a:lvl1pPr>
              <a:defRPr lang="de-DE" b="1" cap="none" dirty="0">
                <a:ea typeface="Verdana" pitchFamily="34" charset="0"/>
                <a:cs typeface="Verdana" pitchFamily="34" charset="0"/>
              </a:defRPr>
            </a:lvl1pPr>
          </a:lstStyle>
          <a:p>
            <a:pPr lvl="0" defTabSz="457200">
              <a:spcBef>
                <a:spcPts val="300"/>
              </a:spcBef>
            </a:pPr>
            <a:r>
              <a:rPr lang="en-US"/>
              <a:t>Click to add text</a:t>
            </a:r>
          </a:p>
        </p:txBody>
      </p:sp>
      <p:sp>
        <p:nvSpPr>
          <p:cNvPr id="40" name="Textplatzhalter 7">
            <a:extLst>
              <a:ext uri="{FF2B5EF4-FFF2-40B4-BE49-F238E27FC236}">
                <a16:creationId xmlns:a16="http://schemas.microsoft.com/office/drawing/2014/main" id="{4BABB52D-4D41-43AA-BB22-B7CAEB207AE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65220" y="1472774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41" name="Textplatzhalter 7">
            <a:extLst>
              <a:ext uri="{FF2B5EF4-FFF2-40B4-BE49-F238E27FC236}">
                <a16:creationId xmlns:a16="http://schemas.microsoft.com/office/drawing/2014/main" id="{774C53EC-B24B-4F78-88AD-F74D5CAA55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65220" y="2652556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42" name="Textplatzhalter 7">
            <a:extLst>
              <a:ext uri="{FF2B5EF4-FFF2-40B4-BE49-F238E27FC236}">
                <a16:creationId xmlns:a16="http://schemas.microsoft.com/office/drawing/2014/main" id="{DAD83208-6122-4128-B094-8FEA483BD4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65220" y="3832338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43" name="Textplatzhalter 7">
            <a:extLst>
              <a:ext uri="{FF2B5EF4-FFF2-40B4-BE49-F238E27FC236}">
                <a16:creationId xmlns:a16="http://schemas.microsoft.com/office/drawing/2014/main" id="{A1D8950C-469B-4128-BF8D-C740D2A03D4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8646" y="1131888"/>
            <a:ext cx="1566000" cy="222820"/>
          </a:xfrm>
        </p:spPr>
        <p:txBody>
          <a:bodyPr vert="horz" wrap="square" lIns="0" tIns="0" rIns="0" bIns="37785" rtlCol="0" anchor="t">
            <a:spAutoFit/>
          </a:bodyPr>
          <a:lstStyle>
            <a:lvl1pPr>
              <a:defRPr lang="de-DE" b="1" cap="none" dirty="0">
                <a:ea typeface="Verdana" pitchFamily="34" charset="0"/>
                <a:cs typeface="Verdana" pitchFamily="34" charset="0"/>
              </a:defRPr>
            </a:lvl1pPr>
          </a:lstStyle>
          <a:p>
            <a:pPr lvl="0" defTabSz="457200">
              <a:spcBef>
                <a:spcPts val="300"/>
              </a:spcBef>
            </a:pPr>
            <a:r>
              <a:rPr lang="en-US"/>
              <a:t>Click to add text</a:t>
            </a:r>
          </a:p>
        </p:txBody>
      </p:sp>
      <p:sp>
        <p:nvSpPr>
          <p:cNvPr id="44" name="Textplatzhalter 7">
            <a:extLst>
              <a:ext uri="{FF2B5EF4-FFF2-40B4-BE49-F238E27FC236}">
                <a16:creationId xmlns:a16="http://schemas.microsoft.com/office/drawing/2014/main" id="{77561A88-FB46-4DB4-B8A4-8C2CC62CA5A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28646" y="1472774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45" name="Textplatzhalter 7">
            <a:extLst>
              <a:ext uri="{FF2B5EF4-FFF2-40B4-BE49-F238E27FC236}">
                <a16:creationId xmlns:a16="http://schemas.microsoft.com/office/drawing/2014/main" id="{7BA79036-C7F6-42E9-9F37-9DD9B2C4C03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28646" y="2652556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46" name="Textplatzhalter 7">
            <a:extLst>
              <a:ext uri="{FF2B5EF4-FFF2-40B4-BE49-F238E27FC236}">
                <a16:creationId xmlns:a16="http://schemas.microsoft.com/office/drawing/2014/main" id="{16F43C28-0203-4024-8CEF-C220B1C00C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28646" y="3832338"/>
            <a:ext cx="1566000" cy="576763"/>
          </a:xfrm>
        </p:spPr>
        <p:txBody>
          <a:bodyPr vert="horz" wrap="square" lIns="0" tIns="0" rIns="0" bIns="37785" rtlCol="0" anchor="t">
            <a:sp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cxnSp>
        <p:nvCxnSpPr>
          <p:cNvPr id="47" name="Gerade Verbindung 18">
            <a:extLst>
              <a:ext uri="{FF2B5EF4-FFF2-40B4-BE49-F238E27FC236}">
                <a16:creationId xmlns:a16="http://schemas.microsoft.com/office/drawing/2014/main" id="{87551414-ADE6-42BE-B438-3A338EB5A3C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7328646" y="1333180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11">
            <a:extLst>
              <a:ext uri="{FF2B5EF4-FFF2-40B4-BE49-F238E27FC236}">
                <a16:creationId xmlns:a16="http://schemas.microsoft.com/office/drawing/2014/main" id="{4F283668-3CBB-4D8B-B1B4-984B6EB7588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565220" y="1333180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18">
            <a:extLst>
              <a:ext uri="{FF2B5EF4-FFF2-40B4-BE49-F238E27FC236}">
                <a16:creationId xmlns:a16="http://schemas.microsoft.com/office/drawing/2014/main" id="{19CBED44-0791-42D2-9866-F39D26FAB81B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856691" y="1333180"/>
            <a:ext cx="1564529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108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 points horizont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4065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720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4" y="160983"/>
            <a:ext cx="720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83838-8131-4500-A40A-0A3BEE1132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0F2E1FB-41EE-49ED-9E39-B4B3ACB8598F}" type="datetime5">
              <a:rPr lang="de-DE" smtClean="0"/>
              <a:t>26-05-29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50B61B-63EC-44F2-BBF6-C4371FD429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C28E51-6A73-4ABE-A1F4-EE500C26CE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B15A6CB5-B36B-4FFC-8EA9-37AAD12B64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131889"/>
            <a:ext cx="8893175" cy="392112"/>
          </a:xfrm>
          <a:custGeom>
            <a:avLst/>
            <a:gdLst>
              <a:gd name="connsiteX0" fmla="*/ 0 w 8893175"/>
              <a:gd name="connsiteY0" fmla="*/ 0 h 392112"/>
              <a:gd name="connsiteX1" fmla="*/ 8893175 w 8893175"/>
              <a:gd name="connsiteY1" fmla="*/ 0 h 392112"/>
              <a:gd name="connsiteX2" fmla="*/ 8893175 w 8893175"/>
              <a:gd name="connsiteY2" fmla="*/ 8098 h 392112"/>
              <a:gd name="connsiteX3" fmla="*/ 8742588 w 8893175"/>
              <a:gd name="connsiteY3" fmla="*/ 392112 h 392112"/>
              <a:gd name="connsiteX4" fmla="*/ 0 w 8893175"/>
              <a:gd name="connsiteY4" fmla="*/ 392112 h 39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3175" h="392112">
                <a:moveTo>
                  <a:pt x="0" y="0"/>
                </a:moveTo>
                <a:lnTo>
                  <a:pt x="8893175" y="0"/>
                </a:lnTo>
                <a:lnTo>
                  <a:pt x="8893175" y="8098"/>
                </a:lnTo>
                <a:lnTo>
                  <a:pt x="8742588" y="392112"/>
                </a:lnTo>
                <a:lnTo>
                  <a:pt x="0" y="392112"/>
                </a:lnTo>
                <a:close/>
              </a:path>
            </a:pathLst>
          </a:custGeom>
          <a:solidFill>
            <a:schemeClr val="tx2"/>
          </a:solidFill>
        </p:spPr>
        <p:txBody>
          <a:bodyPr vert="horz" wrap="square" lIns="252000" tIns="0" rIns="0" bIns="0" rtlCol="0" anchor="ctr">
            <a:noAutofit/>
          </a:bodyPr>
          <a:lstStyle>
            <a:lvl1pPr>
              <a:defRPr lang="de-DE" b="1" cap="all" baseline="0" smtClean="0">
                <a:solidFill>
                  <a:schemeClr val="bg1"/>
                </a:solidFill>
              </a:defRPr>
            </a:lvl1pPr>
            <a:lvl2pPr>
              <a:defRPr lang="de-DE" b="1" cap="all" baseline="0" smtClean="0">
                <a:solidFill>
                  <a:schemeClr val="bg1"/>
                </a:solidFill>
              </a:defRPr>
            </a:lvl2pPr>
            <a:lvl3pPr>
              <a:defRPr lang="de-DE" b="1" cap="all" baseline="0" smtClean="0">
                <a:solidFill>
                  <a:schemeClr val="bg1"/>
                </a:solidFill>
              </a:defRPr>
            </a:lvl3pPr>
            <a:lvl4pPr>
              <a:defRPr lang="de-DE" b="1" cap="all" baseline="0" smtClean="0">
                <a:solidFill>
                  <a:schemeClr val="bg1"/>
                </a:solidFill>
              </a:defRPr>
            </a:lvl4pPr>
            <a:lvl5pPr>
              <a:defRPr lang="en-US" b="1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8" name="Textplatzhalter 7">
            <a:extLst>
              <a:ext uri="{FF2B5EF4-FFF2-40B4-BE49-F238E27FC236}">
                <a16:creationId xmlns:a16="http://schemas.microsoft.com/office/drawing/2014/main" id="{C296DBFF-6119-40E7-9BD8-1269FA599C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824" y="1627190"/>
            <a:ext cx="2790000" cy="767573"/>
          </a:xfrm>
          <a:solidFill>
            <a:schemeClr val="accent6"/>
          </a:solidFill>
          <a:ln>
            <a:noFill/>
          </a:ln>
        </p:spPr>
        <p:txBody>
          <a:bodyPr vert="horz" wrap="square" lIns="80968" tIns="53979" rIns="80968" bIns="53979" rtlCol="0" anchor="t">
            <a:noAutofit/>
          </a:bodyPr>
          <a:lstStyle>
            <a:lvl1pPr>
              <a:defRPr lang="de-DE" b="1" cap="none" baseline="0" smtClean="0">
                <a:solidFill>
                  <a:schemeClr val="tx2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49" name="Textplatzhalter 7">
            <a:extLst>
              <a:ext uri="{FF2B5EF4-FFF2-40B4-BE49-F238E27FC236}">
                <a16:creationId xmlns:a16="http://schemas.microsoft.com/office/drawing/2014/main" id="{539E559C-1211-4D1B-858E-0AE0317F5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9607" y="1627190"/>
            <a:ext cx="2790000" cy="767573"/>
          </a:xfrm>
          <a:solidFill>
            <a:schemeClr val="accent6"/>
          </a:solidFill>
          <a:ln>
            <a:noFill/>
          </a:ln>
        </p:spPr>
        <p:txBody>
          <a:bodyPr vert="horz" wrap="square" lIns="80968" tIns="53979" rIns="80968" bIns="53979" rtlCol="0">
            <a:noAutofit/>
          </a:bodyPr>
          <a:lstStyle>
            <a:lvl1pPr>
              <a:defRPr lang="de-DE" b="1" cap="none" baseline="0" smtClean="0">
                <a:solidFill>
                  <a:schemeClr val="tx2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273297EC-4608-42DC-BB68-5025804D6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391" y="1627190"/>
            <a:ext cx="2790000" cy="767573"/>
          </a:xfrm>
          <a:solidFill>
            <a:schemeClr val="accent6"/>
          </a:solidFill>
          <a:ln>
            <a:noFill/>
          </a:ln>
        </p:spPr>
        <p:txBody>
          <a:bodyPr vert="horz" wrap="square" lIns="80968" tIns="53979" rIns="80968" bIns="53979" rtlCol="0">
            <a:noAutofit/>
          </a:bodyPr>
          <a:lstStyle>
            <a:lvl1pPr>
              <a:defRPr lang="de-DE" b="1" cap="none" baseline="0" smtClean="0">
                <a:solidFill>
                  <a:schemeClr val="tx2"/>
                </a:solidFill>
                <a:ea typeface="Verdana" pitchFamily="34" charset="0"/>
                <a:cs typeface="Verdana" pitchFamily="34" charset="0"/>
              </a:defRPr>
            </a:lvl1pPr>
            <a:lvl2pPr>
              <a:defRPr lang="de-DE" sz="1300" smtClean="0">
                <a:ea typeface="Verdana" pitchFamily="34" charset="0"/>
                <a:cs typeface="Verdana" pitchFamily="34" charset="0"/>
              </a:defRPr>
            </a:lvl2pPr>
            <a:lvl3pPr>
              <a:defRPr lang="de-DE" sz="1300" smtClean="0">
                <a:ea typeface="Verdana" pitchFamily="34" charset="0"/>
                <a:cs typeface="Verdana" pitchFamily="34" charset="0"/>
              </a:defRPr>
            </a:lvl3pPr>
            <a:lvl4pPr>
              <a:defRPr lang="de-DE" sz="1300" smtClean="0">
                <a:ea typeface="Verdana" pitchFamily="34" charset="0"/>
                <a:cs typeface="Verdana" pitchFamily="34" charset="0"/>
              </a:defRPr>
            </a:lvl4pPr>
            <a:lvl5pPr>
              <a:defRPr lang="en-US" sz="1300"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add text</a:t>
            </a:r>
          </a:p>
        </p:txBody>
      </p:sp>
      <p:sp>
        <p:nvSpPr>
          <p:cNvPr id="51" name="Textplatzhalter 7">
            <a:extLst>
              <a:ext uri="{FF2B5EF4-FFF2-40B4-BE49-F238E27FC236}">
                <a16:creationId xmlns:a16="http://schemas.microsoft.com/office/drawing/2014/main" id="{059CAD8A-94B7-44B6-BB23-9083D89805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4" y="2503657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54" name="Textplatzhalter 7">
            <a:extLst>
              <a:ext uri="{FF2B5EF4-FFF2-40B4-BE49-F238E27FC236}">
                <a16:creationId xmlns:a16="http://schemas.microsoft.com/office/drawing/2014/main" id="{A95C2A4B-87BD-4812-B49F-FDF7A1ED5A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9607" y="2503657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55" name="Textplatzhalter 7">
            <a:extLst>
              <a:ext uri="{FF2B5EF4-FFF2-40B4-BE49-F238E27FC236}">
                <a16:creationId xmlns:a16="http://schemas.microsoft.com/office/drawing/2014/main" id="{F861FF25-4A54-4AC2-8812-030186F369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8391" y="2503657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cxnSp>
        <p:nvCxnSpPr>
          <p:cNvPr id="56" name="Gerade Verbindung 11">
            <a:extLst>
              <a:ext uri="{FF2B5EF4-FFF2-40B4-BE49-F238E27FC236}">
                <a16:creationId xmlns:a16="http://schemas.microsoft.com/office/drawing/2014/main" id="{0D4D9809-1E7D-4D4D-8A99-FDF1382C78F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0825" y="3421310"/>
            <a:ext cx="2760355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11">
            <a:extLst>
              <a:ext uri="{FF2B5EF4-FFF2-40B4-BE49-F238E27FC236}">
                <a16:creationId xmlns:a16="http://schemas.microsoft.com/office/drawing/2014/main" id="{D747FB30-3C9B-422C-8BFD-A40C65ED52E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167608" y="3421310"/>
            <a:ext cx="2760355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11">
            <a:extLst>
              <a:ext uri="{FF2B5EF4-FFF2-40B4-BE49-F238E27FC236}">
                <a16:creationId xmlns:a16="http://schemas.microsoft.com/office/drawing/2014/main" id="{F0F12D0C-2FD8-4990-9731-1026B43105D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6084392" y="3421310"/>
            <a:ext cx="2760355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platzhalter 7">
            <a:extLst>
              <a:ext uri="{FF2B5EF4-FFF2-40B4-BE49-F238E27FC236}">
                <a16:creationId xmlns:a16="http://schemas.microsoft.com/office/drawing/2014/main" id="{732989F7-8AF1-4839-A4E7-96306B7D96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0824" y="3599032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60" name="Textplatzhalter 7">
            <a:extLst>
              <a:ext uri="{FF2B5EF4-FFF2-40B4-BE49-F238E27FC236}">
                <a16:creationId xmlns:a16="http://schemas.microsoft.com/office/drawing/2014/main" id="{6C530A31-F75C-4764-A1DF-A68C1B884A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79607" y="3599032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61" name="Textplatzhalter 7">
            <a:extLst>
              <a:ext uri="{FF2B5EF4-FFF2-40B4-BE49-F238E27FC236}">
                <a16:creationId xmlns:a16="http://schemas.microsoft.com/office/drawing/2014/main" id="{9D4D3877-6160-45E4-B0B0-2020BE2BB1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391" y="3599032"/>
            <a:ext cx="2790000" cy="576763"/>
          </a:xfrm>
        </p:spPr>
        <p:txBody>
          <a:bodyPr vert="horz" wrap="square" lIns="0" tIns="0" rIns="0" bIns="37785" rtlCol="0" anchor="t">
            <a:noAutofit/>
          </a:bodyPr>
          <a:lstStyle>
            <a:lvl1pPr marL="141288" indent="-141288">
              <a:defRPr lang="de-DE" b="0" cap="none" dirty="0">
                <a:ea typeface="Verdana" pitchFamily="34" charset="0"/>
                <a:cs typeface="Verdana" pitchFamily="34" charset="0"/>
              </a:defRPr>
            </a:lvl1pPr>
            <a:lvl2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  <a:p>
            <a:pPr marL="141288" marR="0" lvl="1" indent="-1412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664633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: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CB7D94EB-BB26-4C8C-B2D0-7B9EB22F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86822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CB7D94EB-BB26-4C8C-B2D0-7B9EB22F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 hidden="1">
            <a:extLst>
              <a:ext uri="{FF2B5EF4-FFF2-40B4-BE49-F238E27FC236}">
                <a16:creationId xmlns:a16="http://schemas.microsoft.com/office/drawing/2014/main" id="{A6B5C33F-1AE5-4783-BB6B-F49D845E782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8A6DCFF-28B7-448E-A399-67A45B71B89F}"/>
              </a:ext>
            </a:extLst>
          </p:cNvPr>
          <p:cNvGrpSpPr/>
          <p:nvPr userDrawn="1"/>
        </p:nvGrpSpPr>
        <p:grpSpPr>
          <a:xfrm>
            <a:off x="5395498" y="0"/>
            <a:ext cx="3748502" cy="5143503"/>
            <a:chOff x="5395498" y="0"/>
            <a:chExt cx="3748502" cy="5143503"/>
          </a:xfrm>
        </p:grpSpPr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C96B660-5B8D-48BB-8F78-547CB41E5A5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25" t="8728" r="30820" b="11738"/>
            <a:stretch/>
          </p:blipFill>
          <p:spPr>
            <a:xfrm>
              <a:off x="5399094" y="0"/>
              <a:ext cx="3744906" cy="5143499"/>
            </a:xfrm>
            <a:custGeom>
              <a:avLst/>
              <a:gdLst>
                <a:gd name="connsiteX0" fmla="*/ 1967427 w 3744906"/>
                <a:gd name="connsiteY0" fmla="*/ 0 h 5143499"/>
                <a:gd name="connsiteX1" fmla="*/ 3744906 w 3744906"/>
                <a:gd name="connsiteY1" fmla="*/ 0 h 5143499"/>
                <a:gd name="connsiteX2" fmla="*/ 3744906 w 3744906"/>
                <a:gd name="connsiteY2" fmla="*/ 5143499 h 5143499"/>
                <a:gd name="connsiteX3" fmla="*/ 0 w 3744906"/>
                <a:gd name="connsiteY3" fmla="*/ 5143499 h 514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6" h="5143499">
                  <a:moveTo>
                    <a:pt x="1967427" y="0"/>
                  </a:moveTo>
                  <a:lnTo>
                    <a:pt x="3744906" y="0"/>
                  </a:lnTo>
                  <a:lnTo>
                    <a:pt x="3744906" y="5143499"/>
                  </a:lnTo>
                  <a:lnTo>
                    <a:pt x="0" y="5143499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903948AB-0569-4898-8F51-224F272B066B}"/>
                </a:ext>
              </a:extLst>
            </p:cNvPr>
            <p:cNvSpPr>
              <a:spLocks/>
            </p:cNvSpPr>
            <p:nvPr/>
          </p:nvSpPr>
          <p:spPr bwMode="gray">
            <a:xfrm rot="10800000">
              <a:off x="5395498" y="0"/>
              <a:ext cx="2051858" cy="5143503"/>
            </a:xfrm>
            <a:custGeom>
              <a:avLst/>
              <a:gdLst>
                <a:gd name="connsiteX0" fmla="*/ 73195 w 2051858"/>
                <a:gd name="connsiteY0" fmla="*/ 5143503 h 5143503"/>
                <a:gd name="connsiteX1" fmla="*/ 0 w 2051858"/>
                <a:gd name="connsiteY1" fmla="*/ 5143503 h 5143503"/>
                <a:gd name="connsiteX2" fmla="*/ 1978663 w 2051858"/>
                <a:gd name="connsiteY2" fmla="*/ 0 h 5143503"/>
                <a:gd name="connsiteX3" fmla="*/ 2051858 w 2051858"/>
                <a:gd name="connsiteY3" fmla="*/ 0 h 514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1858" h="5143503">
                  <a:moveTo>
                    <a:pt x="73195" y="5143503"/>
                  </a:moveTo>
                  <a:lnTo>
                    <a:pt x="0" y="5143503"/>
                  </a:lnTo>
                  <a:lnTo>
                    <a:pt x="1978663" y="0"/>
                  </a:lnTo>
                  <a:lnTo>
                    <a:pt x="2051858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  <a:lumMod val="0"/>
                  </a:schemeClr>
                </a:gs>
                <a:gs pos="0">
                  <a:schemeClr val="accent1">
                    <a:lumMod val="0"/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MW Group Condensed" panose="020B06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402402"/>
            <a:ext cx="6480000" cy="2492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92A89BD-D684-4C8A-979A-58DBBF994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160983"/>
            <a:ext cx="6480000" cy="153888"/>
          </a:xfrm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topline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17E12EF7-4589-4344-A4DD-021D3B249861}"/>
              </a:ext>
            </a:extLst>
          </p:cNvPr>
          <p:cNvCxnSpPr>
            <a:cxnSpLocks/>
          </p:cNvCxnSpPr>
          <p:nvPr userDrawn="1"/>
        </p:nvCxnSpPr>
        <p:spPr>
          <a:xfrm>
            <a:off x="0" y="2336206"/>
            <a:ext cx="5730075" cy="0"/>
          </a:xfrm>
          <a:prstGeom prst="line">
            <a:avLst/>
          </a:prstGeom>
          <a:ln w="190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7D8D72-4218-4811-B488-F552742555C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50823" y="2527049"/>
            <a:ext cx="2520000" cy="219075"/>
          </a:xfrm>
        </p:spPr>
        <p:txBody>
          <a:bodyPr lIns="0" tIns="0" rIns="0" bIns="0">
            <a:spAutoFit/>
          </a:bodyPr>
          <a:lstStyle>
            <a:lvl1pPr>
              <a:defRPr lang="en-US" sz="1400" b="1" kern="1200" cap="all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5" name="Textplatzhalter 4">
            <a:extLst>
              <a:ext uri="{FF2B5EF4-FFF2-40B4-BE49-F238E27FC236}">
                <a16:creationId xmlns:a16="http://schemas.microsoft.com/office/drawing/2014/main" id="{8886DEFB-85F6-4A39-AECD-41CB2A695C65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210075" y="2527049"/>
            <a:ext cx="2520000" cy="219075"/>
          </a:xfrm>
        </p:spPr>
        <p:txBody>
          <a:bodyPr lIns="0" tIns="0" rIns="0" bIns="0">
            <a:spAutoFit/>
          </a:bodyPr>
          <a:lstStyle>
            <a:lvl1pPr>
              <a:defRPr lang="en-US" sz="1400" b="1" kern="1200" cap="all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platzhalter 4">
            <a:extLst>
              <a:ext uri="{FF2B5EF4-FFF2-40B4-BE49-F238E27FC236}">
                <a16:creationId xmlns:a16="http://schemas.microsoft.com/office/drawing/2014/main" id="{3FC45C74-6414-4B69-986C-FC4858614947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50823" y="277244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47" name="Textplatzhalter 4">
            <a:extLst>
              <a:ext uri="{FF2B5EF4-FFF2-40B4-BE49-F238E27FC236}">
                <a16:creationId xmlns:a16="http://schemas.microsoft.com/office/drawing/2014/main" id="{CB8E8C83-9BBE-41A5-A7BD-D5C8307143C4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210075" y="277244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accent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0" name="Textplatzhalter 4">
            <a:extLst>
              <a:ext uri="{FF2B5EF4-FFF2-40B4-BE49-F238E27FC236}">
                <a16:creationId xmlns:a16="http://schemas.microsoft.com/office/drawing/2014/main" id="{659062AF-3652-4B3B-ACFA-D23AE9137F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823" y="306962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51" name="Textplatzhalter 4">
            <a:extLst>
              <a:ext uri="{FF2B5EF4-FFF2-40B4-BE49-F238E27FC236}">
                <a16:creationId xmlns:a16="http://schemas.microsoft.com/office/drawing/2014/main" id="{85CB67F3-0123-42CF-980B-FCF299936E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0075" y="306962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52" name="Textplatzhalter 4">
            <a:extLst>
              <a:ext uri="{FF2B5EF4-FFF2-40B4-BE49-F238E27FC236}">
                <a16:creationId xmlns:a16="http://schemas.microsoft.com/office/drawing/2014/main" id="{F77DF003-8846-4387-B958-E3C60F40DB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823" y="329060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Mail</a:t>
            </a:r>
          </a:p>
        </p:txBody>
      </p:sp>
      <p:sp>
        <p:nvSpPr>
          <p:cNvPr id="53" name="Textplatzhalter 4">
            <a:extLst>
              <a:ext uri="{FF2B5EF4-FFF2-40B4-BE49-F238E27FC236}">
                <a16:creationId xmlns:a16="http://schemas.microsoft.com/office/drawing/2014/main" id="{16F40F26-D8B4-4E73-8374-6687160E7E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10075" y="3290602"/>
            <a:ext cx="2520000" cy="184666"/>
          </a:xfrm>
        </p:spPr>
        <p:txBody>
          <a:bodyPr lIns="0" tIns="0" rIns="0" bIns="0">
            <a:spAutoFit/>
          </a:bodyPr>
          <a:lstStyle>
            <a:lvl1pPr>
              <a:defRPr lang="en-US" sz="12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Mail</a:t>
            </a:r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A162414-C6D4-4DA5-A9F0-40FCA581418E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23A28EEA-AF13-47D7-83D3-B95E72C7C337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3C07C7A9-2953-4009-B56C-E1F29A5E9BAA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9C1AC138-51DD-4B1E-8A1C-D6133C229B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586538" y="2527049"/>
            <a:ext cx="2301078" cy="219075"/>
          </a:xfrm>
        </p:spPr>
        <p:txBody>
          <a:bodyPr wrap="square" lIns="0" tIns="0" rIns="0" bIns="0" anchor="b">
            <a:spAutoFit/>
          </a:bodyPr>
          <a:lstStyle>
            <a:lvl1pPr eaLnBrk="1" hangingPunct="1">
              <a:spcAft>
                <a:spcPts val="1200"/>
              </a:spcAft>
              <a:defRPr lang="en-US" sz="1400" b="1" kern="1200" cap="all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eaLnBrk="1" hangingPunct="1">
              <a:spcAft>
                <a:spcPts val="1200"/>
              </a:spcAft>
            </a:pP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PALFINGER AG</a:t>
            </a:r>
            <a:endParaRPr 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platzhalter 4">
            <a:extLst>
              <a:ext uri="{FF2B5EF4-FFF2-40B4-BE49-F238E27FC236}">
                <a16:creationId xmlns:a16="http://schemas.microsoft.com/office/drawing/2014/main" id="{AB50F4AF-FC4B-48F8-A182-507740F11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586538" y="2772442"/>
            <a:ext cx="2301078" cy="153888"/>
          </a:xfrm>
        </p:spPr>
        <p:txBody>
          <a:bodyPr wrap="square" lIns="0" tIns="0" rIns="0" bIns="0">
            <a:spAutoFit/>
          </a:bodyPr>
          <a:lstStyle>
            <a:lvl1pPr>
              <a:defRPr lang="en-US" sz="10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err="1"/>
              <a:t>Adress</a:t>
            </a:r>
            <a:endParaRPr lang="en-US"/>
          </a:p>
        </p:txBody>
      </p:sp>
      <p:sp>
        <p:nvSpPr>
          <p:cNvPr id="31" name="Textplatzhalter 4">
            <a:extLst>
              <a:ext uri="{FF2B5EF4-FFF2-40B4-BE49-F238E27FC236}">
                <a16:creationId xmlns:a16="http://schemas.microsoft.com/office/drawing/2014/main" id="{F4DCB26F-4EFD-4157-A468-20B1ACA247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586538" y="3290602"/>
            <a:ext cx="2301078" cy="184666"/>
          </a:xfrm>
        </p:spPr>
        <p:txBody>
          <a:bodyPr wrap="square" lIns="0" tIns="0" rIns="0" bIns="0">
            <a:spAutoFit/>
          </a:bodyPr>
          <a:lstStyle>
            <a:lvl1pPr eaLnBrk="1" hangingPunct="1">
              <a:spcAft>
                <a:spcPts val="300"/>
              </a:spcAft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eaLnBrk="1" hangingPunct="1"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www.palfinger.com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00A95C-1EEA-4B76-A1D9-CFC999DE42CB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0BD1655A-6083-4AC6-A554-7873A203093B}" type="datetime5">
              <a:rPr lang="de-DE" smtClean="0"/>
              <a:t>26-05-29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36CFE7-BBC0-4A75-9D8D-AD13A2EA01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PALFINGER PowerPoint template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4770D3-9E20-47F4-B557-9043D663B3D9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74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: Full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>
            <a:extLst>
              <a:ext uri="{FF2B5EF4-FFF2-40B4-BE49-F238E27FC236}">
                <a16:creationId xmlns:a16="http://schemas.microsoft.com/office/drawing/2014/main" id="{80297893-CAB4-4DCB-86F6-A7DCABD1E9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09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18" name="Objekt 17" hidden="1">
                        <a:extLst>
                          <a:ext uri="{FF2B5EF4-FFF2-40B4-BE49-F238E27FC236}">
                            <a16:creationId xmlns:a16="http://schemas.microsoft.com/office/drawing/2014/main" id="{80297893-CAB4-4DCB-86F6-A7DCABD1E9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hteck 16" hidden="1">
            <a:extLst>
              <a:ext uri="{FF2B5EF4-FFF2-40B4-BE49-F238E27FC236}">
                <a16:creationId xmlns:a16="http://schemas.microsoft.com/office/drawing/2014/main" id="{3F76EF10-B5F0-40D8-A2EB-3B7E9F9499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2" name="Bilde 1">
            <a:extLst>
              <a:ext uri="{FF2B5EF4-FFF2-40B4-BE49-F238E27FC236}">
                <a16:creationId xmlns:a16="http://schemas.microsoft.com/office/drawing/2014/main" id="{C9110459-2F8E-4B83-8FB6-59AA393DD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28" b="11738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50825" y="2593003"/>
            <a:ext cx="8640000" cy="941796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3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3400"/>
              <a:t>THANK YOU FOR </a:t>
            </a:r>
            <a:br>
              <a:rPr lang="en-US" sz="3400"/>
            </a:br>
            <a:r>
              <a:rPr lang="en-US" sz="3400"/>
              <a:t>YOUR ATTENTION!</a:t>
            </a:r>
            <a:endParaRPr lang="en-US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24C811D-F709-40B8-B5B5-534BDDA803F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50824" y="4542322"/>
            <a:ext cx="86400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www.palfinger.com</a:t>
            </a: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6A18E542-19EF-4F7F-87C9-0CF00ABB856B}"/>
              </a:ext>
            </a:extLst>
          </p:cNvPr>
          <p:cNvSpPr>
            <a:spLocks/>
          </p:cNvSpPr>
          <p:nvPr userDrawn="1"/>
        </p:nvSpPr>
        <p:spPr>
          <a:xfrm>
            <a:off x="7730973" y="432190"/>
            <a:ext cx="1158344" cy="242106"/>
          </a:xfrm>
          <a:custGeom>
            <a:avLst/>
            <a:gdLst>
              <a:gd name="connsiteX0" fmla="*/ 119943 w 1158344"/>
              <a:gd name="connsiteY0" fmla="*/ 0 h 242106"/>
              <a:gd name="connsiteX1" fmla="*/ 1040178 w 1158344"/>
              <a:gd name="connsiteY1" fmla="*/ 28 h 242106"/>
              <a:gd name="connsiteX2" fmla="*/ 1158344 w 1158344"/>
              <a:gd name="connsiteY2" fmla="*/ 120665 h 242106"/>
              <a:gd name="connsiteX3" fmla="*/ 1040178 w 1158344"/>
              <a:gd name="connsiteY3" fmla="*/ 242106 h 242106"/>
              <a:gd name="connsiteX4" fmla="*/ 121525 w 1158344"/>
              <a:gd name="connsiteY4" fmla="*/ 242106 h 242106"/>
              <a:gd name="connsiteX5" fmla="*/ 0 w 1158344"/>
              <a:gd name="connsiteY5" fmla="*/ 120665 h 242106"/>
              <a:gd name="connsiteX6" fmla="*/ 119943 w 1158344"/>
              <a:gd name="connsiteY6" fmla="*/ 0 h 2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344" h="242106">
                <a:moveTo>
                  <a:pt x="119943" y="0"/>
                </a:moveTo>
                <a:lnTo>
                  <a:pt x="1040178" y="28"/>
                </a:lnTo>
                <a:cubicBezTo>
                  <a:pt x="1105715" y="861"/>
                  <a:pt x="1158344" y="54545"/>
                  <a:pt x="1158344" y="120665"/>
                </a:cubicBezTo>
                <a:cubicBezTo>
                  <a:pt x="1158344" y="186812"/>
                  <a:pt x="1105715" y="241273"/>
                  <a:pt x="1040178" y="242106"/>
                </a:cubicBezTo>
                <a:lnTo>
                  <a:pt x="121525" y="242106"/>
                </a:lnTo>
                <a:cubicBezTo>
                  <a:pt x="55266" y="242106"/>
                  <a:pt x="0" y="187339"/>
                  <a:pt x="0" y="120665"/>
                </a:cubicBezTo>
                <a:cubicBezTo>
                  <a:pt x="0" y="54017"/>
                  <a:pt x="53684" y="0"/>
                  <a:pt x="1199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097E6D8-42E1-4053-9AB0-4D6856961421}"/>
              </a:ext>
            </a:extLst>
          </p:cNvPr>
          <p:cNvSpPr>
            <a:spLocks/>
          </p:cNvSpPr>
          <p:nvPr userDrawn="1"/>
        </p:nvSpPr>
        <p:spPr>
          <a:xfrm>
            <a:off x="7815385" y="481151"/>
            <a:ext cx="989520" cy="144183"/>
          </a:xfrm>
          <a:custGeom>
            <a:avLst/>
            <a:gdLst>
              <a:gd name="connsiteX0" fmla="*/ 376317 w 989520"/>
              <a:gd name="connsiteY0" fmla="*/ 58244 h 144183"/>
              <a:gd name="connsiteX1" fmla="*/ 423700 w 989520"/>
              <a:gd name="connsiteY1" fmla="*/ 58244 h 144183"/>
              <a:gd name="connsiteX2" fmla="*/ 423700 w 989520"/>
              <a:gd name="connsiteY2" fmla="*/ 85974 h 144183"/>
              <a:gd name="connsiteX3" fmla="*/ 364908 w 989520"/>
              <a:gd name="connsiteY3" fmla="*/ 85974 h 144183"/>
              <a:gd name="connsiteX4" fmla="*/ 794492 w 989520"/>
              <a:gd name="connsiteY4" fmla="*/ 58050 h 144183"/>
              <a:gd name="connsiteX5" fmla="*/ 851063 w 989520"/>
              <a:gd name="connsiteY5" fmla="*/ 58050 h 144183"/>
              <a:gd name="connsiteX6" fmla="*/ 851063 w 989520"/>
              <a:gd name="connsiteY6" fmla="*/ 85780 h 144183"/>
              <a:gd name="connsiteX7" fmla="*/ 783111 w 989520"/>
              <a:gd name="connsiteY7" fmla="*/ 85780 h 144183"/>
              <a:gd name="connsiteX8" fmla="*/ 863914 w 989520"/>
              <a:gd name="connsiteY8" fmla="*/ 8 h 144183"/>
              <a:gd name="connsiteX9" fmla="*/ 930756 w 989520"/>
              <a:gd name="connsiteY9" fmla="*/ 8 h 144183"/>
              <a:gd name="connsiteX10" fmla="*/ 961068 w 989520"/>
              <a:gd name="connsiteY10" fmla="*/ 3338 h 144183"/>
              <a:gd name="connsiteX11" fmla="*/ 986966 w 989520"/>
              <a:gd name="connsiteY11" fmla="*/ 40784 h 144183"/>
              <a:gd name="connsiteX12" fmla="*/ 981442 w 989520"/>
              <a:gd name="connsiteY12" fmla="*/ 66322 h 144183"/>
              <a:gd name="connsiteX13" fmla="*/ 973364 w 989520"/>
              <a:gd name="connsiteY13" fmla="*/ 76425 h 144183"/>
              <a:gd name="connsiteX14" fmla="*/ 964010 w 989520"/>
              <a:gd name="connsiteY14" fmla="*/ 81922 h 144183"/>
              <a:gd name="connsiteX15" fmla="*/ 977028 w 989520"/>
              <a:gd name="connsiteY15" fmla="*/ 91304 h 144183"/>
              <a:gd name="connsiteX16" fmla="*/ 982358 w 989520"/>
              <a:gd name="connsiteY16" fmla="*/ 101574 h 144183"/>
              <a:gd name="connsiteX17" fmla="*/ 985856 w 989520"/>
              <a:gd name="connsiteY17" fmla="*/ 121227 h 144183"/>
              <a:gd name="connsiteX18" fmla="*/ 986577 w 989520"/>
              <a:gd name="connsiteY18" fmla="*/ 131164 h 144183"/>
              <a:gd name="connsiteX19" fmla="*/ 988964 w 989520"/>
              <a:gd name="connsiteY19" fmla="*/ 142351 h 144183"/>
              <a:gd name="connsiteX20" fmla="*/ 989520 w 989520"/>
              <a:gd name="connsiteY20" fmla="*/ 144183 h 144183"/>
              <a:gd name="connsiteX21" fmla="*/ 954822 w 989520"/>
              <a:gd name="connsiteY21" fmla="*/ 144183 h 144183"/>
              <a:gd name="connsiteX22" fmla="*/ 954628 w 989520"/>
              <a:gd name="connsiteY22" fmla="*/ 143100 h 144183"/>
              <a:gd name="connsiteX23" fmla="*/ 952435 w 989520"/>
              <a:gd name="connsiteY23" fmla="*/ 132608 h 144183"/>
              <a:gd name="connsiteX24" fmla="*/ 951519 w 989520"/>
              <a:gd name="connsiteY24" fmla="*/ 122698 h 144183"/>
              <a:gd name="connsiteX25" fmla="*/ 916627 w 989520"/>
              <a:gd name="connsiteY25" fmla="*/ 85974 h 144183"/>
              <a:gd name="connsiteX26" fmla="*/ 899722 w 989520"/>
              <a:gd name="connsiteY26" fmla="*/ 85974 h 144183"/>
              <a:gd name="connsiteX27" fmla="*/ 911297 w 989520"/>
              <a:gd name="connsiteY27" fmla="*/ 58244 h 144183"/>
              <a:gd name="connsiteX28" fmla="*/ 933698 w 989520"/>
              <a:gd name="connsiteY28" fmla="*/ 58244 h 144183"/>
              <a:gd name="connsiteX29" fmla="*/ 953157 w 989520"/>
              <a:gd name="connsiteY29" fmla="*/ 43171 h 144183"/>
              <a:gd name="connsiteX30" fmla="*/ 947466 w 989520"/>
              <a:gd name="connsiteY30" fmla="*/ 30874 h 144183"/>
              <a:gd name="connsiteX31" fmla="*/ 933698 w 989520"/>
              <a:gd name="connsiteY31" fmla="*/ 27932 h 144183"/>
              <a:gd name="connsiteX32" fmla="*/ 895142 w 989520"/>
              <a:gd name="connsiteY32" fmla="*/ 27932 h 144183"/>
              <a:gd name="connsiteX33" fmla="*/ 895142 w 989520"/>
              <a:gd name="connsiteY33" fmla="*/ 144183 h 144183"/>
              <a:gd name="connsiteX34" fmla="*/ 863914 w 989520"/>
              <a:gd name="connsiteY34" fmla="*/ 144183 h 144183"/>
              <a:gd name="connsiteX35" fmla="*/ 798711 w 989520"/>
              <a:gd name="connsiteY35" fmla="*/ 8 h 144183"/>
              <a:gd name="connsiteX36" fmla="*/ 851063 w 989520"/>
              <a:gd name="connsiteY36" fmla="*/ 8 h 144183"/>
              <a:gd name="connsiteX37" fmla="*/ 851063 w 989520"/>
              <a:gd name="connsiteY37" fmla="*/ 27932 h 144183"/>
              <a:gd name="connsiteX38" fmla="*/ 804596 w 989520"/>
              <a:gd name="connsiteY38" fmla="*/ 27932 h 144183"/>
              <a:gd name="connsiteX39" fmla="*/ 775006 w 989520"/>
              <a:gd name="connsiteY39" fmla="*/ 69819 h 144183"/>
              <a:gd name="connsiteX40" fmla="*/ 804596 w 989520"/>
              <a:gd name="connsiteY40" fmla="*/ 116092 h 144183"/>
              <a:gd name="connsiteX41" fmla="*/ 851063 w 989520"/>
              <a:gd name="connsiteY41" fmla="*/ 116092 h 144183"/>
              <a:gd name="connsiteX42" fmla="*/ 851063 w 989520"/>
              <a:gd name="connsiteY42" fmla="*/ 144183 h 144183"/>
              <a:gd name="connsiteX43" fmla="*/ 797045 w 989520"/>
              <a:gd name="connsiteY43" fmla="*/ 144183 h 144183"/>
              <a:gd name="connsiteX44" fmla="*/ 742501 w 989520"/>
              <a:gd name="connsiteY44" fmla="*/ 72373 h 144183"/>
              <a:gd name="connsiteX45" fmla="*/ 798711 w 989520"/>
              <a:gd name="connsiteY45" fmla="*/ 8 h 144183"/>
              <a:gd name="connsiteX46" fmla="*/ 666472 w 989520"/>
              <a:gd name="connsiteY46" fmla="*/ 8 h 144183"/>
              <a:gd name="connsiteX47" fmla="*/ 732786 w 989520"/>
              <a:gd name="connsiteY47" fmla="*/ 8 h 144183"/>
              <a:gd name="connsiteX48" fmla="*/ 732786 w 989520"/>
              <a:gd name="connsiteY48" fmla="*/ 27932 h 144183"/>
              <a:gd name="connsiteX49" fmla="*/ 672356 w 989520"/>
              <a:gd name="connsiteY49" fmla="*/ 27932 h 144183"/>
              <a:gd name="connsiteX50" fmla="*/ 642600 w 989520"/>
              <a:gd name="connsiteY50" fmla="*/ 69819 h 144183"/>
              <a:gd name="connsiteX51" fmla="*/ 672162 w 989520"/>
              <a:gd name="connsiteY51" fmla="*/ 116092 h 144183"/>
              <a:gd name="connsiteX52" fmla="*/ 701363 w 989520"/>
              <a:gd name="connsiteY52" fmla="*/ 116092 h 144183"/>
              <a:gd name="connsiteX53" fmla="*/ 701363 w 989520"/>
              <a:gd name="connsiteY53" fmla="*/ 85974 h 144183"/>
              <a:gd name="connsiteX54" fmla="*/ 657672 w 989520"/>
              <a:gd name="connsiteY54" fmla="*/ 85974 h 144183"/>
              <a:gd name="connsiteX55" fmla="*/ 669220 w 989520"/>
              <a:gd name="connsiteY55" fmla="*/ 58050 h 144183"/>
              <a:gd name="connsiteX56" fmla="*/ 732786 w 989520"/>
              <a:gd name="connsiteY56" fmla="*/ 58050 h 144183"/>
              <a:gd name="connsiteX57" fmla="*/ 732786 w 989520"/>
              <a:gd name="connsiteY57" fmla="*/ 144183 h 144183"/>
              <a:gd name="connsiteX58" fmla="*/ 664640 w 989520"/>
              <a:gd name="connsiteY58" fmla="*/ 144183 h 144183"/>
              <a:gd name="connsiteX59" fmla="*/ 610095 w 989520"/>
              <a:gd name="connsiteY59" fmla="*/ 72373 h 144183"/>
              <a:gd name="connsiteX60" fmla="*/ 666472 w 989520"/>
              <a:gd name="connsiteY60" fmla="*/ 8 h 144183"/>
              <a:gd name="connsiteX61" fmla="*/ 479688 w 989520"/>
              <a:gd name="connsiteY61" fmla="*/ 8 h 144183"/>
              <a:gd name="connsiteX62" fmla="*/ 509444 w 989520"/>
              <a:gd name="connsiteY62" fmla="*/ 8 h 144183"/>
              <a:gd name="connsiteX63" fmla="*/ 521936 w 989520"/>
              <a:gd name="connsiteY63" fmla="*/ 7197 h 144183"/>
              <a:gd name="connsiteX64" fmla="*/ 569513 w 989520"/>
              <a:gd name="connsiteY64" fmla="*/ 101213 h 144183"/>
              <a:gd name="connsiteX65" fmla="*/ 569513 w 989520"/>
              <a:gd name="connsiteY65" fmla="*/ 8 h 144183"/>
              <a:gd name="connsiteX66" fmla="*/ 599270 w 989520"/>
              <a:gd name="connsiteY66" fmla="*/ 8 h 144183"/>
              <a:gd name="connsiteX67" fmla="*/ 599270 w 989520"/>
              <a:gd name="connsiteY67" fmla="*/ 144183 h 144183"/>
              <a:gd name="connsiteX68" fmla="*/ 569513 w 989520"/>
              <a:gd name="connsiteY68" fmla="*/ 144183 h 144183"/>
              <a:gd name="connsiteX69" fmla="*/ 558493 w 989520"/>
              <a:gd name="connsiteY69" fmla="*/ 137576 h 144183"/>
              <a:gd name="connsiteX70" fmla="*/ 509639 w 989520"/>
              <a:gd name="connsiteY70" fmla="*/ 44476 h 144183"/>
              <a:gd name="connsiteX71" fmla="*/ 509639 w 989520"/>
              <a:gd name="connsiteY71" fmla="*/ 144183 h 144183"/>
              <a:gd name="connsiteX72" fmla="*/ 479688 w 989520"/>
              <a:gd name="connsiteY72" fmla="*/ 144183 h 144183"/>
              <a:gd name="connsiteX73" fmla="*/ 434526 w 989520"/>
              <a:gd name="connsiteY73" fmla="*/ 8 h 144183"/>
              <a:gd name="connsiteX74" fmla="*/ 465559 w 989520"/>
              <a:gd name="connsiteY74" fmla="*/ 8 h 144183"/>
              <a:gd name="connsiteX75" fmla="*/ 465559 w 989520"/>
              <a:gd name="connsiteY75" fmla="*/ 144183 h 144183"/>
              <a:gd name="connsiteX76" fmla="*/ 434526 w 989520"/>
              <a:gd name="connsiteY76" fmla="*/ 144183 h 144183"/>
              <a:gd name="connsiteX77" fmla="*/ 382174 w 989520"/>
              <a:gd name="connsiteY77" fmla="*/ 8 h 144183"/>
              <a:gd name="connsiteX78" fmla="*/ 423700 w 989520"/>
              <a:gd name="connsiteY78" fmla="*/ 8 h 144183"/>
              <a:gd name="connsiteX79" fmla="*/ 423700 w 989520"/>
              <a:gd name="connsiteY79" fmla="*/ 27932 h 144183"/>
              <a:gd name="connsiteX80" fmla="*/ 395026 w 989520"/>
              <a:gd name="connsiteY80" fmla="*/ 27932 h 144183"/>
              <a:gd name="connsiteX81" fmla="*/ 366380 w 989520"/>
              <a:gd name="connsiteY81" fmla="*/ 33623 h 144183"/>
              <a:gd name="connsiteX82" fmla="*/ 360523 w 989520"/>
              <a:gd name="connsiteY82" fmla="*/ 54941 h 144183"/>
              <a:gd name="connsiteX83" fmla="*/ 360328 w 989520"/>
              <a:gd name="connsiteY83" fmla="*/ 59354 h 144183"/>
              <a:gd name="connsiteX84" fmla="*/ 360134 w 989520"/>
              <a:gd name="connsiteY84" fmla="*/ 84309 h 144183"/>
              <a:gd name="connsiteX85" fmla="*/ 360134 w 989520"/>
              <a:gd name="connsiteY85" fmla="*/ 144183 h 144183"/>
              <a:gd name="connsiteX86" fmla="*/ 329295 w 989520"/>
              <a:gd name="connsiteY86" fmla="*/ 144183 h 144183"/>
              <a:gd name="connsiteX87" fmla="*/ 329295 w 989520"/>
              <a:gd name="connsiteY87" fmla="*/ 63185 h 144183"/>
              <a:gd name="connsiteX88" fmla="*/ 339399 w 989520"/>
              <a:gd name="connsiteY88" fmla="*/ 16912 h 144183"/>
              <a:gd name="connsiteX89" fmla="*/ 382174 w 989520"/>
              <a:gd name="connsiteY89" fmla="*/ 8 h 144183"/>
              <a:gd name="connsiteX90" fmla="*/ 230115 w 989520"/>
              <a:gd name="connsiteY90" fmla="*/ 8 h 144183"/>
              <a:gd name="connsiteX91" fmla="*/ 261149 w 989520"/>
              <a:gd name="connsiteY91" fmla="*/ 8 h 144183"/>
              <a:gd name="connsiteX92" fmla="*/ 261149 w 989520"/>
              <a:gd name="connsiteY92" fmla="*/ 80839 h 144183"/>
              <a:gd name="connsiteX93" fmla="*/ 261510 w 989520"/>
              <a:gd name="connsiteY93" fmla="*/ 89277 h 144183"/>
              <a:gd name="connsiteX94" fmla="*/ 267200 w 989520"/>
              <a:gd name="connsiteY94" fmla="*/ 110568 h 144183"/>
              <a:gd name="connsiteX95" fmla="*/ 295874 w 989520"/>
              <a:gd name="connsiteY95" fmla="*/ 116092 h 144183"/>
              <a:gd name="connsiteX96" fmla="*/ 319191 w 989520"/>
              <a:gd name="connsiteY96" fmla="*/ 116092 h 144183"/>
              <a:gd name="connsiteX97" fmla="*/ 319191 w 989520"/>
              <a:gd name="connsiteY97" fmla="*/ 144183 h 144183"/>
              <a:gd name="connsiteX98" fmla="*/ 282995 w 989520"/>
              <a:gd name="connsiteY98" fmla="*/ 144183 h 144183"/>
              <a:gd name="connsiteX99" fmla="*/ 240219 w 989520"/>
              <a:gd name="connsiteY99" fmla="*/ 127306 h 144183"/>
              <a:gd name="connsiteX100" fmla="*/ 230115 w 989520"/>
              <a:gd name="connsiteY100" fmla="*/ 80839 h 144183"/>
              <a:gd name="connsiteX101" fmla="*/ 150588 w 989520"/>
              <a:gd name="connsiteY101" fmla="*/ 8 h 144183"/>
              <a:gd name="connsiteX102" fmla="*/ 179789 w 989520"/>
              <a:gd name="connsiteY102" fmla="*/ 8 h 144183"/>
              <a:gd name="connsiteX103" fmla="*/ 236167 w 989520"/>
              <a:gd name="connsiteY103" fmla="*/ 144183 h 144183"/>
              <a:gd name="connsiteX104" fmla="*/ 202579 w 989520"/>
              <a:gd name="connsiteY104" fmla="*/ 144183 h 144183"/>
              <a:gd name="connsiteX105" fmla="*/ 190448 w 989520"/>
              <a:gd name="connsiteY105" fmla="*/ 113704 h 144183"/>
              <a:gd name="connsiteX106" fmla="*/ 148756 w 989520"/>
              <a:gd name="connsiteY106" fmla="*/ 113704 h 144183"/>
              <a:gd name="connsiteX107" fmla="*/ 159776 w 989520"/>
              <a:gd name="connsiteY107" fmla="*/ 85974 h 144183"/>
              <a:gd name="connsiteX108" fmla="*/ 183092 w 989520"/>
              <a:gd name="connsiteY108" fmla="*/ 85974 h 144183"/>
              <a:gd name="connsiteX109" fmla="*/ 165105 w 989520"/>
              <a:gd name="connsiteY109" fmla="*/ 38952 h 144183"/>
              <a:gd name="connsiteX110" fmla="*/ 124884 w 989520"/>
              <a:gd name="connsiteY110" fmla="*/ 144183 h 144183"/>
              <a:gd name="connsiteX111" fmla="*/ 94017 w 989520"/>
              <a:gd name="connsiteY111" fmla="*/ 144183 h 144183"/>
              <a:gd name="connsiteX112" fmla="*/ 0 w 989520"/>
              <a:gd name="connsiteY112" fmla="*/ 8 h 144183"/>
              <a:gd name="connsiteX113" fmla="*/ 66647 w 989520"/>
              <a:gd name="connsiteY113" fmla="*/ 8 h 144183"/>
              <a:gd name="connsiteX114" fmla="*/ 96959 w 989520"/>
              <a:gd name="connsiteY114" fmla="*/ 3338 h 144183"/>
              <a:gd name="connsiteX115" fmla="*/ 123052 w 989520"/>
              <a:gd name="connsiteY115" fmla="*/ 43171 h 144183"/>
              <a:gd name="connsiteX116" fmla="*/ 117528 w 989520"/>
              <a:gd name="connsiteY116" fmla="*/ 66322 h 144183"/>
              <a:gd name="connsiteX117" fmla="*/ 109256 w 989520"/>
              <a:gd name="connsiteY117" fmla="*/ 76425 h 144183"/>
              <a:gd name="connsiteX118" fmla="*/ 100096 w 989520"/>
              <a:gd name="connsiteY118" fmla="*/ 81922 h 144183"/>
              <a:gd name="connsiteX119" fmla="*/ 74753 w 989520"/>
              <a:gd name="connsiteY119" fmla="*/ 85974 h 144183"/>
              <a:gd name="connsiteX120" fmla="*/ 35808 w 989520"/>
              <a:gd name="connsiteY120" fmla="*/ 85974 h 144183"/>
              <a:gd name="connsiteX121" fmla="*/ 47383 w 989520"/>
              <a:gd name="connsiteY121" fmla="*/ 58244 h 144183"/>
              <a:gd name="connsiteX122" fmla="*/ 69784 w 989520"/>
              <a:gd name="connsiteY122" fmla="*/ 58244 h 144183"/>
              <a:gd name="connsiteX123" fmla="*/ 89076 w 989520"/>
              <a:gd name="connsiteY123" fmla="*/ 43171 h 144183"/>
              <a:gd name="connsiteX124" fmla="*/ 83385 w 989520"/>
              <a:gd name="connsiteY124" fmla="*/ 30874 h 144183"/>
              <a:gd name="connsiteX125" fmla="*/ 69784 w 989520"/>
              <a:gd name="connsiteY125" fmla="*/ 27932 h 144183"/>
              <a:gd name="connsiteX126" fmla="*/ 31034 w 989520"/>
              <a:gd name="connsiteY126" fmla="*/ 27932 h 144183"/>
              <a:gd name="connsiteX127" fmla="*/ 31034 w 989520"/>
              <a:gd name="connsiteY127" fmla="*/ 144183 h 144183"/>
              <a:gd name="connsiteX128" fmla="*/ 0 w 989520"/>
              <a:gd name="connsiteY128" fmla="*/ 144183 h 14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89520" h="144183">
                <a:moveTo>
                  <a:pt x="376317" y="58244"/>
                </a:moveTo>
                <a:lnTo>
                  <a:pt x="423700" y="58244"/>
                </a:lnTo>
                <a:lnTo>
                  <a:pt x="423700" y="85974"/>
                </a:lnTo>
                <a:lnTo>
                  <a:pt x="364908" y="85974"/>
                </a:lnTo>
                <a:close/>
                <a:moveTo>
                  <a:pt x="794492" y="58050"/>
                </a:moveTo>
                <a:lnTo>
                  <a:pt x="851063" y="58050"/>
                </a:lnTo>
                <a:lnTo>
                  <a:pt x="851063" y="85780"/>
                </a:lnTo>
                <a:lnTo>
                  <a:pt x="783111" y="85780"/>
                </a:lnTo>
                <a:close/>
                <a:moveTo>
                  <a:pt x="863914" y="8"/>
                </a:moveTo>
                <a:lnTo>
                  <a:pt x="930756" y="8"/>
                </a:lnTo>
                <a:cubicBezTo>
                  <a:pt x="943275" y="8"/>
                  <a:pt x="952907" y="1118"/>
                  <a:pt x="961068" y="3338"/>
                </a:cubicBezTo>
                <a:cubicBezTo>
                  <a:pt x="976640" y="7946"/>
                  <a:pt x="986966" y="22936"/>
                  <a:pt x="986966" y="40784"/>
                </a:cubicBezTo>
                <a:cubicBezTo>
                  <a:pt x="986966" y="50361"/>
                  <a:pt x="984828" y="60465"/>
                  <a:pt x="981442" y="66322"/>
                </a:cubicBezTo>
                <a:cubicBezTo>
                  <a:pt x="979471" y="70263"/>
                  <a:pt x="976723" y="73705"/>
                  <a:pt x="973364" y="76425"/>
                </a:cubicBezTo>
                <a:cubicBezTo>
                  <a:pt x="970117" y="79118"/>
                  <a:pt x="967813" y="80423"/>
                  <a:pt x="964010" y="81922"/>
                </a:cubicBezTo>
                <a:cubicBezTo>
                  <a:pt x="970311" y="84586"/>
                  <a:pt x="973670" y="86973"/>
                  <a:pt x="977028" y="91304"/>
                </a:cubicBezTo>
                <a:cubicBezTo>
                  <a:pt x="979194" y="94468"/>
                  <a:pt x="980942" y="97966"/>
                  <a:pt x="982358" y="101574"/>
                </a:cubicBezTo>
                <a:cubicBezTo>
                  <a:pt x="984606" y="107431"/>
                  <a:pt x="985800" y="120644"/>
                  <a:pt x="985856" y="121227"/>
                </a:cubicBezTo>
                <a:lnTo>
                  <a:pt x="986577" y="131164"/>
                </a:lnTo>
                <a:cubicBezTo>
                  <a:pt x="987188" y="136355"/>
                  <a:pt x="987604" y="137771"/>
                  <a:pt x="988964" y="142351"/>
                </a:cubicBezTo>
                <a:lnTo>
                  <a:pt x="989520" y="144183"/>
                </a:lnTo>
                <a:lnTo>
                  <a:pt x="954822" y="144183"/>
                </a:lnTo>
                <a:lnTo>
                  <a:pt x="954628" y="143100"/>
                </a:lnTo>
                <a:cubicBezTo>
                  <a:pt x="953406" y="138964"/>
                  <a:pt x="952851" y="137382"/>
                  <a:pt x="952435" y="132608"/>
                </a:cubicBezTo>
                <a:lnTo>
                  <a:pt x="951519" y="122698"/>
                </a:lnTo>
                <a:cubicBezTo>
                  <a:pt x="949159" y="97716"/>
                  <a:pt x="941276" y="85974"/>
                  <a:pt x="916627" y="85974"/>
                </a:cubicBezTo>
                <a:lnTo>
                  <a:pt x="899722" y="85974"/>
                </a:lnTo>
                <a:lnTo>
                  <a:pt x="911297" y="58244"/>
                </a:lnTo>
                <a:lnTo>
                  <a:pt x="933698" y="58244"/>
                </a:lnTo>
                <a:cubicBezTo>
                  <a:pt x="952213" y="58244"/>
                  <a:pt x="953157" y="48556"/>
                  <a:pt x="953157" y="43171"/>
                </a:cubicBezTo>
                <a:cubicBezTo>
                  <a:pt x="953157" y="37092"/>
                  <a:pt x="951158" y="33595"/>
                  <a:pt x="947466" y="30874"/>
                </a:cubicBezTo>
                <a:cubicBezTo>
                  <a:pt x="944441" y="28682"/>
                  <a:pt x="940915" y="27932"/>
                  <a:pt x="933698" y="27932"/>
                </a:cubicBezTo>
                <a:lnTo>
                  <a:pt x="895142" y="27932"/>
                </a:lnTo>
                <a:lnTo>
                  <a:pt x="895142" y="144183"/>
                </a:lnTo>
                <a:lnTo>
                  <a:pt x="863914" y="144183"/>
                </a:lnTo>
                <a:close/>
                <a:moveTo>
                  <a:pt x="798711" y="8"/>
                </a:moveTo>
                <a:lnTo>
                  <a:pt x="851063" y="8"/>
                </a:lnTo>
                <a:lnTo>
                  <a:pt x="851063" y="27932"/>
                </a:lnTo>
                <a:lnTo>
                  <a:pt x="804596" y="27932"/>
                </a:lnTo>
                <a:cubicBezTo>
                  <a:pt x="781890" y="27932"/>
                  <a:pt x="775006" y="56578"/>
                  <a:pt x="775006" y="69819"/>
                </a:cubicBezTo>
                <a:cubicBezTo>
                  <a:pt x="774922" y="83504"/>
                  <a:pt x="780113" y="116092"/>
                  <a:pt x="804596" y="116092"/>
                </a:cubicBezTo>
                <a:lnTo>
                  <a:pt x="851063" y="116092"/>
                </a:lnTo>
                <a:lnTo>
                  <a:pt x="851063" y="144183"/>
                </a:lnTo>
                <a:lnTo>
                  <a:pt x="797045" y="144183"/>
                </a:lnTo>
                <a:cubicBezTo>
                  <a:pt x="770315" y="144183"/>
                  <a:pt x="742501" y="114315"/>
                  <a:pt x="742501" y="72373"/>
                </a:cubicBezTo>
                <a:cubicBezTo>
                  <a:pt x="742501" y="19133"/>
                  <a:pt x="776643" y="8"/>
                  <a:pt x="798711" y="8"/>
                </a:cubicBezTo>
                <a:close/>
                <a:moveTo>
                  <a:pt x="666472" y="8"/>
                </a:moveTo>
                <a:lnTo>
                  <a:pt x="732786" y="8"/>
                </a:lnTo>
                <a:lnTo>
                  <a:pt x="732786" y="27932"/>
                </a:lnTo>
                <a:lnTo>
                  <a:pt x="672356" y="27932"/>
                </a:lnTo>
                <a:cubicBezTo>
                  <a:pt x="649678" y="27932"/>
                  <a:pt x="642600" y="56578"/>
                  <a:pt x="642600" y="69819"/>
                </a:cubicBezTo>
                <a:cubicBezTo>
                  <a:pt x="642516" y="83531"/>
                  <a:pt x="647680" y="116092"/>
                  <a:pt x="672162" y="116092"/>
                </a:cubicBezTo>
                <a:lnTo>
                  <a:pt x="701363" y="116092"/>
                </a:lnTo>
                <a:lnTo>
                  <a:pt x="701363" y="85974"/>
                </a:lnTo>
                <a:lnTo>
                  <a:pt x="657672" y="85974"/>
                </a:lnTo>
                <a:lnTo>
                  <a:pt x="669220" y="58050"/>
                </a:lnTo>
                <a:lnTo>
                  <a:pt x="732786" y="58050"/>
                </a:lnTo>
                <a:lnTo>
                  <a:pt x="732786" y="144183"/>
                </a:lnTo>
                <a:lnTo>
                  <a:pt x="664640" y="144183"/>
                </a:lnTo>
                <a:cubicBezTo>
                  <a:pt x="637909" y="144183"/>
                  <a:pt x="610095" y="114315"/>
                  <a:pt x="610095" y="72373"/>
                </a:cubicBezTo>
                <a:cubicBezTo>
                  <a:pt x="610095" y="19133"/>
                  <a:pt x="644404" y="8"/>
                  <a:pt x="666472" y="8"/>
                </a:cubicBezTo>
                <a:close/>
                <a:moveTo>
                  <a:pt x="479688" y="8"/>
                </a:moveTo>
                <a:lnTo>
                  <a:pt x="509444" y="8"/>
                </a:lnTo>
                <a:cubicBezTo>
                  <a:pt x="509444" y="8"/>
                  <a:pt x="518383" y="-520"/>
                  <a:pt x="521936" y="7197"/>
                </a:cubicBezTo>
                <a:cubicBezTo>
                  <a:pt x="533011" y="29070"/>
                  <a:pt x="565766" y="93802"/>
                  <a:pt x="569513" y="101213"/>
                </a:cubicBezTo>
                <a:lnTo>
                  <a:pt x="569513" y="8"/>
                </a:lnTo>
                <a:lnTo>
                  <a:pt x="599270" y="8"/>
                </a:lnTo>
                <a:lnTo>
                  <a:pt x="599270" y="144183"/>
                </a:lnTo>
                <a:lnTo>
                  <a:pt x="569513" y="144183"/>
                </a:lnTo>
                <a:cubicBezTo>
                  <a:pt x="569513" y="144183"/>
                  <a:pt x="562518" y="144349"/>
                  <a:pt x="558493" y="137576"/>
                </a:cubicBezTo>
                <a:cubicBezTo>
                  <a:pt x="547417" y="116480"/>
                  <a:pt x="513414" y="51637"/>
                  <a:pt x="509639" y="44476"/>
                </a:cubicBezTo>
                <a:lnTo>
                  <a:pt x="509639" y="144183"/>
                </a:lnTo>
                <a:lnTo>
                  <a:pt x="479688" y="144183"/>
                </a:lnTo>
                <a:close/>
                <a:moveTo>
                  <a:pt x="434526" y="8"/>
                </a:moveTo>
                <a:lnTo>
                  <a:pt x="465559" y="8"/>
                </a:lnTo>
                <a:lnTo>
                  <a:pt x="465559" y="144183"/>
                </a:lnTo>
                <a:lnTo>
                  <a:pt x="434526" y="144183"/>
                </a:lnTo>
                <a:close/>
                <a:moveTo>
                  <a:pt x="382174" y="8"/>
                </a:moveTo>
                <a:lnTo>
                  <a:pt x="423700" y="8"/>
                </a:lnTo>
                <a:lnTo>
                  <a:pt x="423700" y="27932"/>
                </a:lnTo>
                <a:lnTo>
                  <a:pt x="395026" y="27932"/>
                </a:lnTo>
                <a:cubicBezTo>
                  <a:pt x="377066" y="27932"/>
                  <a:pt x="371126" y="29209"/>
                  <a:pt x="366380" y="33623"/>
                </a:cubicBezTo>
                <a:cubicBezTo>
                  <a:pt x="361938" y="37925"/>
                  <a:pt x="361106" y="40729"/>
                  <a:pt x="360523" y="54941"/>
                </a:cubicBezTo>
                <a:cubicBezTo>
                  <a:pt x="360523" y="54941"/>
                  <a:pt x="360328" y="59271"/>
                  <a:pt x="360328" y="59354"/>
                </a:cubicBezTo>
                <a:cubicBezTo>
                  <a:pt x="360328" y="59382"/>
                  <a:pt x="360134" y="84309"/>
                  <a:pt x="360134" y="84309"/>
                </a:cubicBezTo>
                <a:lnTo>
                  <a:pt x="360134" y="144183"/>
                </a:lnTo>
                <a:lnTo>
                  <a:pt x="329295" y="144183"/>
                </a:lnTo>
                <a:lnTo>
                  <a:pt x="329295" y="63185"/>
                </a:lnTo>
                <a:cubicBezTo>
                  <a:pt x="329295" y="37536"/>
                  <a:pt x="331626" y="26822"/>
                  <a:pt x="339399" y="16912"/>
                </a:cubicBezTo>
                <a:cubicBezTo>
                  <a:pt x="348337" y="5282"/>
                  <a:pt x="361522" y="8"/>
                  <a:pt x="382174" y="8"/>
                </a:cubicBezTo>
                <a:close/>
                <a:moveTo>
                  <a:pt x="230115" y="8"/>
                </a:moveTo>
                <a:lnTo>
                  <a:pt x="261149" y="8"/>
                </a:lnTo>
                <a:lnTo>
                  <a:pt x="261149" y="80839"/>
                </a:lnTo>
                <a:lnTo>
                  <a:pt x="261510" y="89277"/>
                </a:lnTo>
                <a:cubicBezTo>
                  <a:pt x="262120" y="103489"/>
                  <a:pt x="262787" y="106293"/>
                  <a:pt x="267200" y="110568"/>
                </a:cubicBezTo>
                <a:cubicBezTo>
                  <a:pt x="272002" y="115009"/>
                  <a:pt x="277887" y="116092"/>
                  <a:pt x="295874" y="116092"/>
                </a:cubicBezTo>
                <a:lnTo>
                  <a:pt x="319191" y="116092"/>
                </a:lnTo>
                <a:lnTo>
                  <a:pt x="319191" y="144183"/>
                </a:lnTo>
                <a:lnTo>
                  <a:pt x="282995" y="144183"/>
                </a:lnTo>
                <a:cubicBezTo>
                  <a:pt x="262370" y="144183"/>
                  <a:pt x="249157" y="138936"/>
                  <a:pt x="240219" y="127306"/>
                </a:cubicBezTo>
                <a:cubicBezTo>
                  <a:pt x="232447" y="117369"/>
                  <a:pt x="230115" y="106487"/>
                  <a:pt x="230115" y="80839"/>
                </a:cubicBezTo>
                <a:close/>
                <a:moveTo>
                  <a:pt x="150588" y="8"/>
                </a:moveTo>
                <a:lnTo>
                  <a:pt x="179789" y="8"/>
                </a:lnTo>
                <a:lnTo>
                  <a:pt x="236167" y="144183"/>
                </a:lnTo>
                <a:lnTo>
                  <a:pt x="202579" y="144183"/>
                </a:lnTo>
                <a:cubicBezTo>
                  <a:pt x="202579" y="144183"/>
                  <a:pt x="191087" y="115342"/>
                  <a:pt x="190448" y="113704"/>
                </a:cubicBezTo>
                <a:lnTo>
                  <a:pt x="148756" y="113704"/>
                </a:lnTo>
                <a:lnTo>
                  <a:pt x="159776" y="85974"/>
                </a:lnTo>
                <a:lnTo>
                  <a:pt x="183092" y="85974"/>
                </a:lnTo>
                <a:cubicBezTo>
                  <a:pt x="181843" y="82671"/>
                  <a:pt x="167159" y="44337"/>
                  <a:pt x="165105" y="38952"/>
                </a:cubicBezTo>
                <a:cubicBezTo>
                  <a:pt x="162801" y="44976"/>
                  <a:pt x="124884" y="144183"/>
                  <a:pt x="124884" y="144183"/>
                </a:cubicBezTo>
                <a:lnTo>
                  <a:pt x="94017" y="144183"/>
                </a:lnTo>
                <a:close/>
                <a:moveTo>
                  <a:pt x="0" y="8"/>
                </a:moveTo>
                <a:lnTo>
                  <a:pt x="66647" y="8"/>
                </a:lnTo>
                <a:cubicBezTo>
                  <a:pt x="79166" y="8"/>
                  <a:pt x="88798" y="1118"/>
                  <a:pt x="96959" y="3338"/>
                </a:cubicBezTo>
                <a:cubicBezTo>
                  <a:pt x="112531" y="7946"/>
                  <a:pt x="123052" y="25323"/>
                  <a:pt x="123052" y="43171"/>
                </a:cubicBezTo>
                <a:cubicBezTo>
                  <a:pt x="123052" y="52748"/>
                  <a:pt x="120914" y="60465"/>
                  <a:pt x="117528" y="66322"/>
                </a:cubicBezTo>
                <a:cubicBezTo>
                  <a:pt x="115557" y="70263"/>
                  <a:pt x="112643" y="73705"/>
                  <a:pt x="109256" y="76425"/>
                </a:cubicBezTo>
                <a:cubicBezTo>
                  <a:pt x="106036" y="79118"/>
                  <a:pt x="103899" y="80450"/>
                  <a:pt x="100096" y="81922"/>
                </a:cubicBezTo>
                <a:cubicBezTo>
                  <a:pt x="84635" y="86724"/>
                  <a:pt x="74753" y="85974"/>
                  <a:pt x="74753" y="85974"/>
                </a:cubicBezTo>
                <a:lnTo>
                  <a:pt x="35808" y="85974"/>
                </a:lnTo>
                <a:lnTo>
                  <a:pt x="47383" y="58244"/>
                </a:lnTo>
                <a:lnTo>
                  <a:pt x="69784" y="58244"/>
                </a:lnTo>
                <a:cubicBezTo>
                  <a:pt x="88326" y="58244"/>
                  <a:pt x="89076" y="48556"/>
                  <a:pt x="89076" y="43171"/>
                </a:cubicBezTo>
                <a:cubicBezTo>
                  <a:pt x="89076" y="37092"/>
                  <a:pt x="87050" y="33595"/>
                  <a:pt x="83385" y="30874"/>
                </a:cubicBezTo>
                <a:cubicBezTo>
                  <a:pt x="80360" y="28682"/>
                  <a:pt x="77001" y="27932"/>
                  <a:pt x="69784" y="27932"/>
                </a:cubicBezTo>
                <a:lnTo>
                  <a:pt x="31034" y="27932"/>
                </a:lnTo>
                <a:lnTo>
                  <a:pt x="31034" y="144183"/>
                </a:lnTo>
                <a:lnTo>
                  <a:pt x="0" y="144183"/>
                </a:ln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88999BFB-B871-4FB4-AC01-A62B4E00C57E}"/>
              </a:ext>
            </a:extLst>
          </p:cNvPr>
          <p:cNvSpPr>
            <a:spLocks/>
          </p:cNvSpPr>
          <p:nvPr userDrawn="1"/>
        </p:nvSpPr>
        <p:spPr>
          <a:xfrm>
            <a:off x="7727115" y="428248"/>
            <a:ext cx="1166060" cy="249989"/>
          </a:xfrm>
          <a:custGeom>
            <a:avLst/>
            <a:gdLst>
              <a:gd name="connsiteX0" fmla="*/ 117722 w 1166060"/>
              <a:gd name="connsiteY0" fmla="*/ 7939 h 249989"/>
              <a:gd name="connsiteX1" fmla="*/ 7717 w 1166060"/>
              <a:gd name="connsiteY1" fmla="*/ 124717 h 249989"/>
              <a:gd name="connsiteX2" fmla="*/ 125439 w 1166060"/>
              <a:gd name="connsiteY2" fmla="*/ 242244 h 249989"/>
              <a:gd name="connsiteX3" fmla="*/ 1043924 w 1166060"/>
              <a:gd name="connsiteY3" fmla="*/ 242244 h 249989"/>
              <a:gd name="connsiteX4" fmla="*/ 1158343 w 1166060"/>
              <a:gd name="connsiteY4" fmla="*/ 124717 h 249989"/>
              <a:gd name="connsiteX5" fmla="*/ 1044091 w 1166060"/>
              <a:gd name="connsiteY5" fmla="*/ 7939 h 249989"/>
              <a:gd name="connsiteX6" fmla="*/ 123801 w 1166060"/>
              <a:gd name="connsiteY6" fmla="*/ 7939 h 249989"/>
              <a:gd name="connsiteX7" fmla="*/ 117722 w 1166060"/>
              <a:gd name="connsiteY7" fmla="*/ 7939 h 249989"/>
              <a:gd name="connsiteX8" fmla="*/ 123801 w 1166060"/>
              <a:gd name="connsiteY8" fmla="*/ 0 h 249989"/>
              <a:gd name="connsiteX9" fmla="*/ 1044091 w 1166060"/>
              <a:gd name="connsiteY9" fmla="*/ 194 h 249989"/>
              <a:gd name="connsiteX10" fmla="*/ 1166060 w 1166060"/>
              <a:gd name="connsiteY10" fmla="*/ 124717 h 249989"/>
              <a:gd name="connsiteX11" fmla="*/ 1044091 w 1166060"/>
              <a:gd name="connsiteY11" fmla="*/ 249989 h 249989"/>
              <a:gd name="connsiteX12" fmla="*/ 125438 w 1166060"/>
              <a:gd name="connsiteY12" fmla="*/ 249989 h 249989"/>
              <a:gd name="connsiteX13" fmla="*/ 0 w 1166060"/>
              <a:gd name="connsiteY13" fmla="*/ 124717 h 249989"/>
              <a:gd name="connsiteX14" fmla="*/ 123801 w 1166060"/>
              <a:gd name="connsiteY14" fmla="*/ 0 h 24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6060" h="249989">
                <a:moveTo>
                  <a:pt x="117722" y="7939"/>
                </a:moveTo>
                <a:cubicBezTo>
                  <a:pt x="56488" y="11075"/>
                  <a:pt x="7717" y="62317"/>
                  <a:pt x="7717" y="124717"/>
                </a:cubicBezTo>
                <a:cubicBezTo>
                  <a:pt x="7717" y="189560"/>
                  <a:pt x="60568" y="242244"/>
                  <a:pt x="125439" y="242244"/>
                </a:cubicBezTo>
                <a:lnTo>
                  <a:pt x="1043924" y="242244"/>
                </a:lnTo>
                <a:cubicBezTo>
                  <a:pt x="1107102" y="241467"/>
                  <a:pt x="1158343" y="188727"/>
                  <a:pt x="1158343" y="124717"/>
                </a:cubicBezTo>
                <a:cubicBezTo>
                  <a:pt x="1158343" y="61123"/>
                  <a:pt x="1107213" y="8716"/>
                  <a:pt x="1044091" y="7939"/>
                </a:cubicBezTo>
                <a:lnTo>
                  <a:pt x="123801" y="7939"/>
                </a:lnTo>
                <a:cubicBezTo>
                  <a:pt x="121775" y="7939"/>
                  <a:pt x="119693" y="7800"/>
                  <a:pt x="117722" y="7939"/>
                </a:cubicBezTo>
                <a:close/>
                <a:moveTo>
                  <a:pt x="123801" y="0"/>
                </a:moveTo>
                <a:cubicBezTo>
                  <a:pt x="123801" y="0"/>
                  <a:pt x="1044036" y="194"/>
                  <a:pt x="1044091" y="194"/>
                </a:cubicBezTo>
                <a:cubicBezTo>
                  <a:pt x="1111488" y="1055"/>
                  <a:pt x="1166060" y="56904"/>
                  <a:pt x="1166060" y="124717"/>
                </a:cubicBezTo>
                <a:cubicBezTo>
                  <a:pt x="1166060" y="192974"/>
                  <a:pt x="1111543" y="249128"/>
                  <a:pt x="1044091" y="249989"/>
                </a:cubicBezTo>
                <a:lnTo>
                  <a:pt x="125438" y="249989"/>
                </a:lnTo>
                <a:cubicBezTo>
                  <a:pt x="56265" y="249989"/>
                  <a:pt x="0" y="193806"/>
                  <a:pt x="0" y="124717"/>
                </a:cubicBezTo>
                <a:cubicBezTo>
                  <a:pt x="0" y="56015"/>
                  <a:pt x="55488" y="0"/>
                  <a:pt x="12380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685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endParaRPr lang="en-US" sz="12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0250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tags" Target="../tags/tag2.xml"/><Relationship Id="rId24" Type="http://schemas.openxmlformats.org/officeDocument/2006/relationships/tags" Target="../tags/tag3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3079F47-4CDB-4D30-A34F-50B242DD88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235041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5" imgW="306" imgH="306" progId="TCLayout.ActiveDocument.1">
                  <p:embed/>
                </p:oleObj>
              </mc:Choice>
              <mc:Fallback>
                <p:oleObj name="think-cell Folie" r:id="rId25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3079F47-4CDB-4D30-A34F-50B242DD8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786A16B5-AAA1-459B-9E3D-8897C93A1291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8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5" y="402402"/>
            <a:ext cx="7200000" cy="2492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1131888"/>
            <a:ext cx="8639969" cy="36004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line</a:t>
            </a:r>
          </a:p>
          <a:p>
            <a:pPr lvl="2"/>
            <a:r>
              <a:rPr lang="en-US"/>
              <a:t>Third line</a:t>
            </a:r>
          </a:p>
          <a:p>
            <a:pPr lvl="3"/>
            <a:r>
              <a:rPr lang="en-US"/>
              <a:t>Fourth line</a:t>
            </a:r>
          </a:p>
          <a:p>
            <a:pPr lvl="4"/>
            <a:r>
              <a:rPr lang="en-US"/>
              <a:t>Fifth line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4850" y="4934831"/>
            <a:ext cx="7716044" cy="10772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sz="7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PALFINGER PowerPoint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2656" y="4934831"/>
            <a:ext cx="338138" cy="10772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700">
                <a:solidFill>
                  <a:schemeClr val="accent4"/>
                </a:solidFill>
                <a:latin typeface="+mn-lt"/>
              </a:defRPr>
            </a:lvl1pPr>
          </a:lstStyle>
          <a:p>
            <a:fld id="{4D2FDC22-80BD-4979-B76F-73272F05F8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592F1CC7-66E9-45F1-A45B-4B10A595B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0826" y="4934831"/>
            <a:ext cx="393699" cy="10772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sz="700">
                <a:solidFill>
                  <a:schemeClr val="accent4"/>
                </a:solidFill>
                <a:latin typeface="+mn-lt"/>
              </a:defRPr>
            </a:lvl1pPr>
          </a:lstStyle>
          <a:p>
            <a:fld id="{F8D7EEF5-A2E7-44EA-8A50-73793474F2D7}" type="datetime5">
              <a:rPr lang="de-DE" smtClean="0"/>
              <a:t>26-05-29</a:t>
            </a:fld>
            <a:endParaRPr lang="en-US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C5EAF01-21A7-452F-B7BC-8274BCB52E11}"/>
              </a:ext>
            </a:extLst>
          </p:cNvPr>
          <p:cNvCxnSpPr>
            <a:cxnSpLocks/>
          </p:cNvCxnSpPr>
          <p:nvPr userDrawn="1"/>
        </p:nvCxnSpPr>
        <p:spPr>
          <a:xfrm flipV="1">
            <a:off x="644525" y="4946871"/>
            <a:ext cx="28952" cy="72804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577BB56-D6CA-425F-BDC8-015FE10DD248}"/>
              </a:ext>
            </a:extLst>
          </p:cNvPr>
          <p:cNvGrpSpPr/>
          <p:nvPr userDrawn="1"/>
        </p:nvGrpSpPr>
        <p:grpSpPr>
          <a:xfrm>
            <a:off x="7727115" y="428248"/>
            <a:ext cx="1166060" cy="249989"/>
            <a:chOff x="7727115" y="428248"/>
            <a:chExt cx="1166060" cy="249989"/>
          </a:xfrm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353D0FAE-DB86-43AE-98A2-2F4885C63DBA}"/>
                </a:ext>
              </a:extLst>
            </p:cNvPr>
            <p:cNvSpPr>
              <a:spLocks/>
            </p:cNvSpPr>
            <p:nvPr userDrawn="1"/>
          </p:nvSpPr>
          <p:spPr>
            <a:xfrm>
              <a:off x="7730973" y="432190"/>
              <a:ext cx="1158344" cy="242106"/>
            </a:xfrm>
            <a:custGeom>
              <a:avLst/>
              <a:gdLst>
                <a:gd name="connsiteX0" fmla="*/ 119943 w 1158344"/>
                <a:gd name="connsiteY0" fmla="*/ 0 h 242106"/>
                <a:gd name="connsiteX1" fmla="*/ 1040178 w 1158344"/>
                <a:gd name="connsiteY1" fmla="*/ 28 h 242106"/>
                <a:gd name="connsiteX2" fmla="*/ 1158344 w 1158344"/>
                <a:gd name="connsiteY2" fmla="*/ 120665 h 242106"/>
                <a:gd name="connsiteX3" fmla="*/ 1040178 w 1158344"/>
                <a:gd name="connsiteY3" fmla="*/ 242106 h 242106"/>
                <a:gd name="connsiteX4" fmla="*/ 121525 w 1158344"/>
                <a:gd name="connsiteY4" fmla="*/ 242106 h 242106"/>
                <a:gd name="connsiteX5" fmla="*/ 0 w 1158344"/>
                <a:gd name="connsiteY5" fmla="*/ 120665 h 242106"/>
                <a:gd name="connsiteX6" fmla="*/ 119943 w 1158344"/>
                <a:gd name="connsiteY6" fmla="*/ 0 h 242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8344" h="242106">
                  <a:moveTo>
                    <a:pt x="119943" y="0"/>
                  </a:moveTo>
                  <a:lnTo>
                    <a:pt x="1040178" y="28"/>
                  </a:lnTo>
                  <a:cubicBezTo>
                    <a:pt x="1105715" y="861"/>
                    <a:pt x="1158344" y="54545"/>
                    <a:pt x="1158344" y="120665"/>
                  </a:cubicBezTo>
                  <a:cubicBezTo>
                    <a:pt x="1158344" y="186812"/>
                    <a:pt x="1105715" y="241273"/>
                    <a:pt x="1040178" y="242106"/>
                  </a:cubicBezTo>
                  <a:lnTo>
                    <a:pt x="121525" y="242106"/>
                  </a:lnTo>
                  <a:cubicBezTo>
                    <a:pt x="55266" y="242106"/>
                    <a:pt x="0" y="187339"/>
                    <a:pt x="0" y="120665"/>
                  </a:cubicBezTo>
                  <a:cubicBezTo>
                    <a:pt x="0" y="54017"/>
                    <a:pt x="53684" y="0"/>
                    <a:pt x="119943" y="0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indent="0" defTabSz="6858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</a:pPr>
              <a:endParaRPr lang="en-US" sz="1200" err="1">
                <a:solidFill>
                  <a:schemeClr val="tx1"/>
                </a:solidFill>
              </a:endParaRPr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A53EEB2E-134E-4DAF-B6A3-554D19760DC5}"/>
                </a:ext>
              </a:extLst>
            </p:cNvPr>
            <p:cNvSpPr>
              <a:spLocks/>
            </p:cNvSpPr>
            <p:nvPr userDrawn="1"/>
          </p:nvSpPr>
          <p:spPr>
            <a:xfrm>
              <a:off x="7815385" y="481151"/>
              <a:ext cx="989520" cy="144183"/>
            </a:xfrm>
            <a:custGeom>
              <a:avLst/>
              <a:gdLst>
                <a:gd name="connsiteX0" fmla="*/ 376317 w 989520"/>
                <a:gd name="connsiteY0" fmla="*/ 58244 h 144183"/>
                <a:gd name="connsiteX1" fmla="*/ 423700 w 989520"/>
                <a:gd name="connsiteY1" fmla="*/ 58244 h 144183"/>
                <a:gd name="connsiteX2" fmla="*/ 423700 w 989520"/>
                <a:gd name="connsiteY2" fmla="*/ 85974 h 144183"/>
                <a:gd name="connsiteX3" fmla="*/ 364908 w 989520"/>
                <a:gd name="connsiteY3" fmla="*/ 85974 h 144183"/>
                <a:gd name="connsiteX4" fmla="*/ 794492 w 989520"/>
                <a:gd name="connsiteY4" fmla="*/ 58050 h 144183"/>
                <a:gd name="connsiteX5" fmla="*/ 851063 w 989520"/>
                <a:gd name="connsiteY5" fmla="*/ 58050 h 144183"/>
                <a:gd name="connsiteX6" fmla="*/ 851063 w 989520"/>
                <a:gd name="connsiteY6" fmla="*/ 85780 h 144183"/>
                <a:gd name="connsiteX7" fmla="*/ 783111 w 989520"/>
                <a:gd name="connsiteY7" fmla="*/ 85780 h 144183"/>
                <a:gd name="connsiteX8" fmla="*/ 863914 w 989520"/>
                <a:gd name="connsiteY8" fmla="*/ 8 h 144183"/>
                <a:gd name="connsiteX9" fmla="*/ 930756 w 989520"/>
                <a:gd name="connsiteY9" fmla="*/ 8 h 144183"/>
                <a:gd name="connsiteX10" fmla="*/ 961068 w 989520"/>
                <a:gd name="connsiteY10" fmla="*/ 3338 h 144183"/>
                <a:gd name="connsiteX11" fmla="*/ 986966 w 989520"/>
                <a:gd name="connsiteY11" fmla="*/ 40784 h 144183"/>
                <a:gd name="connsiteX12" fmla="*/ 981442 w 989520"/>
                <a:gd name="connsiteY12" fmla="*/ 66322 h 144183"/>
                <a:gd name="connsiteX13" fmla="*/ 973364 w 989520"/>
                <a:gd name="connsiteY13" fmla="*/ 76425 h 144183"/>
                <a:gd name="connsiteX14" fmla="*/ 964010 w 989520"/>
                <a:gd name="connsiteY14" fmla="*/ 81922 h 144183"/>
                <a:gd name="connsiteX15" fmla="*/ 977028 w 989520"/>
                <a:gd name="connsiteY15" fmla="*/ 91304 h 144183"/>
                <a:gd name="connsiteX16" fmla="*/ 982358 w 989520"/>
                <a:gd name="connsiteY16" fmla="*/ 101574 h 144183"/>
                <a:gd name="connsiteX17" fmla="*/ 985856 w 989520"/>
                <a:gd name="connsiteY17" fmla="*/ 121227 h 144183"/>
                <a:gd name="connsiteX18" fmla="*/ 986577 w 989520"/>
                <a:gd name="connsiteY18" fmla="*/ 131164 h 144183"/>
                <a:gd name="connsiteX19" fmla="*/ 988964 w 989520"/>
                <a:gd name="connsiteY19" fmla="*/ 142351 h 144183"/>
                <a:gd name="connsiteX20" fmla="*/ 989520 w 989520"/>
                <a:gd name="connsiteY20" fmla="*/ 144183 h 144183"/>
                <a:gd name="connsiteX21" fmla="*/ 954822 w 989520"/>
                <a:gd name="connsiteY21" fmla="*/ 144183 h 144183"/>
                <a:gd name="connsiteX22" fmla="*/ 954628 w 989520"/>
                <a:gd name="connsiteY22" fmla="*/ 143100 h 144183"/>
                <a:gd name="connsiteX23" fmla="*/ 952435 w 989520"/>
                <a:gd name="connsiteY23" fmla="*/ 132608 h 144183"/>
                <a:gd name="connsiteX24" fmla="*/ 951519 w 989520"/>
                <a:gd name="connsiteY24" fmla="*/ 122698 h 144183"/>
                <a:gd name="connsiteX25" fmla="*/ 916627 w 989520"/>
                <a:gd name="connsiteY25" fmla="*/ 85974 h 144183"/>
                <a:gd name="connsiteX26" fmla="*/ 899722 w 989520"/>
                <a:gd name="connsiteY26" fmla="*/ 85974 h 144183"/>
                <a:gd name="connsiteX27" fmla="*/ 911297 w 989520"/>
                <a:gd name="connsiteY27" fmla="*/ 58244 h 144183"/>
                <a:gd name="connsiteX28" fmla="*/ 933698 w 989520"/>
                <a:gd name="connsiteY28" fmla="*/ 58244 h 144183"/>
                <a:gd name="connsiteX29" fmla="*/ 953157 w 989520"/>
                <a:gd name="connsiteY29" fmla="*/ 43171 h 144183"/>
                <a:gd name="connsiteX30" fmla="*/ 947466 w 989520"/>
                <a:gd name="connsiteY30" fmla="*/ 30874 h 144183"/>
                <a:gd name="connsiteX31" fmla="*/ 933698 w 989520"/>
                <a:gd name="connsiteY31" fmla="*/ 27932 h 144183"/>
                <a:gd name="connsiteX32" fmla="*/ 895142 w 989520"/>
                <a:gd name="connsiteY32" fmla="*/ 27932 h 144183"/>
                <a:gd name="connsiteX33" fmla="*/ 895142 w 989520"/>
                <a:gd name="connsiteY33" fmla="*/ 144183 h 144183"/>
                <a:gd name="connsiteX34" fmla="*/ 863914 w 989520"/>
                <a:gd name="connsiteY34" fmla="*/ 144183 h 144183"/>
                <a:gd name="connsiteX35" fmla="*/ 798711 w 989520"/>
                <a:gd name="connsiteY35" fmla="*/ 8 h 144183"/>
                <a:gd name="connsiteX36" fmla="*/ 851063 w 989520"/>
                <a:gd name="connsiteY36" fmla="*/ 8 h 144183"/>
                <a:gd name="connsiteX37" fmla="*/ 851063 w 989520"/>
                <a:gd name="connsiteY37" fmla="*/ 27932 h 144183"/>
                <a:gd name="connsiteX38" fmla="*/ 804596 w 989520"/>
                <a:gd name="connsiteY38" fmla="*/ 27932 h 144183"/>
                <a:gd name="connsiteX39" fmla="*/ 775006 w 989520"/>
                <a:gd name="connsiteY39" fmla="*/ 69819 h 144183"/>
                <a:gd name="connsiteX40" fmla="*/ 804596 w 989520"/>
                <a:gd name="connsiteY40" fmla="*/ 116092 h 144183"/>
                <a:gd name="connsiteX41" fmla="*/ 851063 w 989520"/>
                <a:gd name="connsiteY41" fmla="*/ 116092 h 144183"/>
                <a:gd name="connsiteX42" fmla="*/ 851063 w 989520"/>
                <a:gd name="connsiteY42" fmla="*/ 144183 h 144183"/>
                <a:gd name="connsiteX43" fmla="*/ 797045 w 989520"/>
                <a:gd name="connsiteY43" fmla="*/ 144183 h 144183"/>
                <a:gd name="connsiteX44" fmla="*/ 742501 w 989520"/>
                <a:gd name="connsiteY44" fmla="*/ 72373 h 144183"/>
                <a:gd name="connsiteX45" fmla="*/ 798711 w 989520"/>
                <a:gd name="connsiteY45" fmla="*/ 8 h 144183"/>
                <a:gd name="connsiteX46" fmla="*/ 666472 w 989520"/>
                <a:gd name="connsiteY46" fmla="*/ 8 h 144183"/>
                <a:gd name="connsiteX47" fmla="*/ 732786 w 989520"/>
                <a:gd name="connsiteY47" fmla="*/ 8 h 144183"/>
                <a:gd name="connsiteX48" fmla="*/ 732786 w 989520"/>
                <a:gd name="connsiteY48" fmla="*/ 27932 h 144183"/>
                <a:gd name="connsiteX49" fmla="*/ 672356 w 989520"/>
                <a:gd name="connsiteY49" fmla="*/ 27932 h 144183"/>
                <a:gd name="connsiteX50" fmla="*/ 642600 w 989520"/>
                <a:gd name="connsiteY50" fmla="*/ 69819 h 144183"/>
                <a:gd name="connsiteX51" fmla="*/ 672162 w 989520"/>
                <a:gd name="connsiteY51" fmla="*/ 116092 h 144183"/>
                <a:gd name="connsiteX52" fmla="*/ 701363 w 989520"/>
                <a:gd name="connsiteY52" fmla="*/ 116092 h 144183"/>
                <a:gd name="connsiteX53" fmla="*/ 701363 w 989520"/>
                <a:gd name="connsiteY53" fmla="*/ 85974 h 144183"/>
                <a:gd name="connsiteX54" fmla="*/ 657672 w 989520"/>
                <a:gd name="connsiteY54" fmla="*/ 85974 h 144183"/>
                <a:gd name="connsiteX55" fmla="*/ 669220 w 989520"/>
                <a:gd name="connsiteY55" fmla="*/ 58050 h 144183"/>
                <a:gd name="connsiteX56" fmla="*/ 732786 w 989520"/>
                <a:gd name="connsiteY56" fmla="*/ 58050 h 144183"/>
                <a:gd name="connsiteX57" fmla="*/ 732786 w 989520"/>
                <a:gd name="connsiteY57" fmla="*/ 144183 h 144183"/>
                <a:gd name="connsiteX58" fmla="*/ 664640 w 989520"/>
                <a:gd name="connsiteY58" fmla="*/ 144183 h 144183"/>
                <a:gd name="connsiteX59" fmla="*/ 610095 w 989520"/>
                <a:gd name="connsiteY59" fmla="*/ 72373 h 144183"/>
                <a:gd name="connsiteX60" fmla="*/ 666472 w 989520"/>
                <a:gd name="connsiteY60" fmla="*/ 8 h 144183"/>
                <a:gd name="connsiteX61" fmla="*/ 479688 w 989520"/>
                <a:gd name="connsiteY61" fmla="*/ 8 h 144183"/>
                <a:gd name="connsiteX62" fmla="*/ 509444 w 989520"/>
                <a:gd name="connsiteY62" fmla="*/ 8 h 144183"/>
                <a:gd name="connsiteX63" fmla="*/ 521936 w 989520"/>
                <a:gd name="connsiteY63" fmla="*/ 7197 h 144183"/>
                <a:gd name="connsiteX64" fmla="*/ 569513 w 989520"/>
                <a:gd name="connsiteY64" fmla="*/ 101213 h 144183"/>
                <a:gd name="connsiteX65" fmla="*/ 569513 w 989520"/>
                <a:gd name="connsiteY65" fmla="*/ 8 h 144183"/>
                <a:gd name="connsiteX66" fmla="*/ 599270 w 989520"/>
                <a:gd name="connsiteY66" fmla="*/ 8 h 144183"/>
                <a:gd name="connsiteX67" fmla="*/ 599270 w 989520"/>
                <a:gd name="connsiteY67" fmla="*/ 144183 h 144183"/>
                <a:gd name="connsiteX68" fmla="*/ 569513 w 989520"/>
                <a:gd name="connsiteY68" fmla="*/ 144183 h 144183"/>
                <a:gd name="connsiteX69" fmla="*/ 558493 w 989520"/>
                <a:gd name="connsiteY69" fmla="*/ 137576 h 144183"/>
                <a:gd name="connsiteX70" fmla="*/ 509639 w 989520"/>
                <a:gd name="connsiteY70" fmla="*/ 44476 h 144183"/>
                <a:gd name="connsiteX71" fmla="*/ 509639 w 989520"/>
                <a:gd name="connsiteY71" fmla="*/ 144183 h 144183"/>
                <a:gd name="connsiteX72" fmla="*/ 479688 w 989520"/>
                <a:gd name="connsiteY72" fmla="*/ 144183 h 144183"/>
                <a:gd name="connsiteX73" fmla="*/ 434526 w 989520"/>
                <a:gd name="connsiteY73" fmla="*/ 8 h 144183"/>
                <a:gd name="connsiteX74" fmla="*/ 465559 w 989520"/>
                <a:gd name="connsiteY74" fmla="*/ 8 h 144183"/>
                <a:gd name="connsiteX75" fmla="*/ 465559 w 989520"/>
                <a:gd name="connsiteY75" fmla="*/ 144183 h 144183"/>
                <a:gd name="connsiteX76" fmla="*/ 434526 w 989520"/>
                <a:gd name="connsiteY76" fmla="*/ 144183 h 144183"/>
                <a:gd name="connsiteX77" fmla="*/ 382174 w 989520"/>
                <a:gd name="connsiteY77" fmla="*/ 8 h 144183"/>
                <a:gd name="connsiteX78" fmla="*/ 423700 w 989520"/>
                <a:gd name="connsiteY78" fmla="*/ 8 h 144183"/>
                <a:gd name="connsiteX79" fmla="*/ 423700 w 989520"/>
                <a:gd name="connsiteY79" fmla="*/ 27932 h 144183"/>
                <a:gd name="connsiteX80" fmla="*/ 395026 w 989520"/>
                <a:gd name="connsiteY80" fmla="*/ 27932 h 144183"/>
                <a:gd name="connsiteX81" fmla="*/ 366380 w 989520"/>
                <a:gd name="connsiteY81" fmla="*/ 33623 h 144183"/>
                <a:gd name="connsiteX82" fmla="*/ 360523 w 989520"/>
                <a:gd name="connsiteY82" fmla="*/ 54941 h 144183"/>
                <a:gd name="connsiteX83" fmla="*/ 360328 w 989520"/>
                <a:gd name="connsiteY83" fmla="*/ 59354 h 144183"/>
                <a:gd name="connsiteX84" fmla="*/ 360134 w 989520"/>
                <a:gd name="connsiteY84" fmla="*/ 84309 h 144183"/>
                <a:gd name="connsiteX85" fmla="*/ 360134 w 989520"/>
                <a:gd name="connsiteY85" fmla="*/ 144183 h 144183"/>
                <a:gd name="connsiteX86" fmla="*/ 329295 w 989520"/>
                <a:gd name="connsiteY86" fmla="*/ 144183 h 144183"/>
                <a:gd name="connsiteX87" fmla="*/ 329295 w 989520"/>
                <a:gd name="connsiteY87" fmla="*/ 63185 h 144183"/>
                <a:gd name="connsiteX88" fmla="*/ 339399 w 989520"/>
                <a:gd name="connsiteY88" fmla="*/ 16912 h 144183"/>
                <a:gd name="connsiteX89" fmla="*/ 382174 w 989520"/>
                <a:gd name="connsiteY89" fmla="*/ 8 h 144183"/>
                <a:gd name="connsiteX90" fmla="*/ 230115 w 989520"/>
                <a:gd name="connsiteY90" fmla="*/ 8 h 144183"/>
                <a:gd name="connsiteX91" fmla="*/ 261149 w 989520"/>
                <a:gd name="connsiteY91" fmla="*/ 8 h 144183"/>
                <a:gd name="connsiteX92" fmla="*/ 261149 w 989520"/>
                <a:gd name="connsiteY92" fmla="*/ 80839 h 144183"/>
                <a:gd name="connsiteX93" fmla="*/ 261510 w 989520"/>
                <a:gd name="connsiteY93" fmla="*/ 89277 h 144183"/>
                <a:gd name="connsiteX94" fmla="*/ 267200 w 989520"/>
                <a:gd name="connsiteY94" fmla="*/ 110568 h 144183"/>
                <a:gd name="connsiteX95" fmla="*/ 295874 w 989520"/>
                <a:gd name="connsiteY95" fmla="*/ 116092 h 144183"/>
                <a:gd name="connsiteX96" fmla="*/ 319191 w 989520"/>
                <a:gd name="connsiteY96" fmla="*/ 116092 h 144183"/>
                <a:gd name="connsiteX97" fmla="*/ 319191 w 989520"/>
                <a:gd name="connsiteY97" fmla="*/ 144183 h 144183"/>
                <a:gd name="connsiteX98" fmla="*/ 282995 w 989520"/>
                <a:gd name="connsiteY98" fmla="*/ 144183 h 144183"/>
                <a:gd name="connsiteX99" fmla="*/ 240219 w 989520"/>
                <a:gd name="connsiteY99" fmla="*/ 127306 h 144183"/>
                <a:gd name="connsiteX100" fmla="*/ 230115 w 989520"/>
                <a:gd name="connsiteY100" fmla="*/ 80839 h 144183"/>
                <a:gd name="connsiteX101" fmla="*/ 150588 w 989520"/>
                <a:gd name="connsiteY101" fmla="*/ 8 h 144183"/>
                <a:gd name="connsiteX102" fmla="*/ 179789 w 989520"/>
                <a:gd name="connsiteY102" fmla="*/ 8 h 144183"/>
                <a:gd name="connsiteX103" fmla="*/ 236167 w 989520"/>
                <a:gd name="connsiteY103" fmla="*/ 144183 h 144183"/>
                <a:gd name="connsiteX104" fmla="*/ 202579 w 989520"/>
                <a:gd name="connsiteY104" fmla="*/ 144183 h 144183"/>
                <a:gd name="connsiteX105" fmla="*/ 190448 w 989520"/>
                <a:gd name="connsiteY105" fmla="*/ 113704 h 144183"/>
                <a:gd name="connsiteX106" fmla="*/ 148756 w 989520"/>
                <a:gd name="connsiteY106" fmla="*/ 113704 h 144183"/>
                <a:gd name="connsiteX107" fmla="*/ 159776 w 989520"/>
                <a:gd name="connsiteY107" fmla="*/ 85974 h 144183"/>
                <a:gd name="connsiteX108" fmla="*/ 183092 w 989520"/>
                <a:gd name="connsiteY108" fmla="*/ 85974 h 144183"/>
                <a:gd name="connsiteX109" fmla="*/ 165105 w 989520"/>
                <a:gd name="connsiteY109" fmla="*/ 38952 h 144183"/>
                <a:gd name="connsiteX110" fmla="*/ 124884 w 989520"/>
                <a:gd name="connsiteY110" fmla="*/ 144183 h 144183"/>
                <a:gd name="connsiteX111" fmla="*/ 94017 w 989520"/>
                <a:gd name="connsiteY111" fmla="*/ 144183 h 144183"/>
                <a:gd name="connsiteX112" fmla="*/ 0 w 989520"/>
                <a:gd name="connsiteY112" fmla="*/ 8 h 144183"/>
                <a:gd name="connsiteX113" fmla="*/ 66647 w 989520"/>
                <a:gd name="connsiteY113" fmla="*/ 8 h 144183"/>
                <a:gd name="connsiteX114" fmla="*/ 96959 w 989520"/>
                <a:gd name="connsiteY114" fmla="*/ 3338 h 144183"/>
                <a:gd name="connsiteX115" fmla="*/ 123052 w 989520"/>
                <a:gd name="connsiteY115" fmla="*/ 43171 h 144183"/>
                <a:gd name="connsiteX116" fmla="*/ 117528 w 989520"/>
                <a:gd name="connsiteY116" fmla="*/ 66322 h 144183"/>
                <a:gd name="connsiteX117" fmla="*/ 109256 w 989520"/>
                <a:gd name="connsiteY117" fmla="*/ 76425 h 144183"/>
                <a:gd name="connsiteX118" fmla="*/ 100096 w 989520"/>
                <a:gd name="connsiteY118" fmla="*/ 81922 h 144183"/>
                <a:gd name="connsiteX119" fmla="*/ 74753 w 989520"/>
                <a:gd name="connsiteY119" fmla="*/ 85974 h 144183"/>
                <a:gd name="connsiteX120" fmla="*/ 35808 w 989520"/>
                <a:gd name="connsiteY120" fmla="*/ 85974 h 144183"/>
                <a:gd name="connsiteX121" fmla="*/ 47383 w 989520"/>
                <a:gd name="connsiteY121" fmla="*/ 58244 h 144183"/>
                <a:gd name="connsiteX122" fmla="*/ 69784 w 989520"/>
                <a:gd name="connsiteY122" fmla="*/ 58244 h 144183"/>
                <a:gd name="connsiteX123" fmla="*/ 89076 w 989520"/>
                <a:gd name="connsiteY123" fmla="*/ 43171 h 144183"/>
                <a:gd name="connsiteX124" fmla="*/ 83385 w 989520"/>
                <a:gd name="connsiteY124" fmla="*/ 30874 h 144183"/>
                <a:gd name="connsiteX125" fmla="*/ 69784 w 989520"/>
                <a:gd name="connsiteY125" fmla="*/ 27932 h 144183"/>
                <a:gd name="connsiteX126" fmla="*/ 31034 w 989520"/>
                <a:gd name="connsiteY126" fmla="*/ 27932 h 144183"/>
                <a:gd name="connsiteX127" fmla="*/ 31034 w 989520"/>
                <a:gd name="connsiteY127" fmla="*/ 144183 h 144183"/>
                <a:gd name="connsiteX128" fmla="*/ 0 w 989520"/>
                <a:gd name="connsiteY128" fmla="*/ 144183 h 14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989520" h="144183">
                  <a:moveTo>
                    <a:pt x="376317" y="58244"/>
                  </a:moveTo>
                  <a:lnTo>
                    <a:pt x="423700" y="58244"/>
                  </a:lnTo>
                  <a:lnTo>
                    <a:pt x="423700" y="85974"/>
                  </a:lnTo>
                  <a:lnTo>
                    <a:pt x="364908" y="85974"/>
                  </a:lnTo>
                  <a:close/>
                  <a:moveTo>
                    <a:pt x="794492" y="58050"/>
                  </a:moveTo>
                  <a:lnTo>
                    <a:pt x="851063" y="58050"/>
                  </a:lnTo>
                  <a:lnTo>
                    <a:pt x="851063" y="85780"/>
                  </a:lnTo>
                  <a:lnTo>
                    <a:pt x="783111" y="85780"/>
                  </a:lnTo>
                  <a:close/>
                  <a:moveTo>
                    <a:pt x="863914" y="8"/>
                  </a:moveTo>
                  <a:lnTo>
                    <a:pt x="930756" y="8"/>
                  </a:lnTo>
                  <a:cubicBezTo>
                    <a:pt x="943275" y="8"/>
                    <a:pt x="952907" y="1118"/>
                    <a:pt x="961068" y="3338"/>
                  </a:cubicBezTo>
                  <a:cubicBezTo>
                    <a:pt x="976640" y="7946"/>
                    <a:pt x="986966" y="22936"/>
                    <a:pt x="986966" y="40784"/>
                  </a:cubicBezTo>
                  <a:cubicBezTo>
                    <a:pt x="986966" y="50361"/>
                    <a:pt x="984828" y="60465"/>
                    <a:pt x="981442" y="66322"/>
                  </a:cubicBezTo>
                  <a:cubicBezTo>
                    <a:pt x="979471" y="70263"/>
                    <a:pt x="976723" y="73705"/>
                    <a:pt x="973364" y="76425"/>
                  </a:cubicBezTo>
                  <a:cubicBezTo>
                    <a:pt x="970117" y="79118"/>
                    <a:pt x="967813" y="80423"/>
                    <a:pt x="964010" y="81922"/>
                  </a:cubicBezTo>
                  <a:cubicBezTo>
                    <a:pt x="970311" y="84586"/>
                    <a:pt x="973670" y="86973"/>
                    <a:pt x="977028" y="91304"/>
                  </a:cubicBezTo>
                  <a:cubicBezTo>
                    <a:pt x="979194" y="94468"/>
                    <a:pt x="980942" y="97966"/>
                    <a:pt x="982358" y="101574"/>
                  </a:cubicBezTo>
                  <a:cubicBezTo>
                    <a:pt x="984606" y="107431"/>
                    <a:pt x="985800" y="120644"/>
                    <a:pt x="985856" y="121227"/>
                  </a:cubicBezTo>
                  <a:lnTo>
                    <a:pt x="986577" y="131164"/>
                  </a:lnTo>
                  <a:cubicBezTo>
                    <a:pt x="987188" y="136355"/>
                    <a:pt x="987604" y="137771"/>
                    <a:pt x="988964" y="142351"/>
                  </a:cubicBezTo>
                  <a:lnTo>
                    <a:pt x="989520" y="144183"/>
                  </a:lnTo>
                  <a:lnTo>
                    <a:pt x="954822" y="144183"/>
                  </a:lnTo>
                  <a:lnTo>
                    <a:pt x="954628" y="143100"/>
                  </a:lnTo>
                  <a:cubicBezTo>
                    <a:pt x="953406" y="138964"/>
                    <a:pt x="952851" y="137382"/>
                    <a:pt x="952435" y="132608"/>
                  </a:cubicBezTo>
                  <a:lnTo>
                    <a:pt x="951519" y="122698"/>
                  </a:lnTo>
                  <a:cubicBezTo>
                    <a:pt x="949159" y="97716"/>
                    <a:pt x="941276" y="85974"/>
                    <a:pt x="916627" y="85974"/>
                  </a:cubicBezTo>
                  <a:lnTo>
                    <a:pt x="899722" y="85974"/>
                  </a:lnTo>
                  <a:lnTo>
                    <a:pt x="911297" y="58244"/>
                  </a:lnTo>
                  <a:lnTo>
                    <a:pt x="933698" y="58244"/>
                  </a:lnTo>
                  <a:cubicBezTo>
                    <a:pt x="952213" y="58244"/>
                    <a:pt x="953157" y="48556"/>
                    <a:pt x="953157" y="43171"/>
                  </a:cubicBezTo>
                  <a:cubicBezTo>
                    <a:pt x="953157" y="37092"/>
                    <a:pt x="951158" y="33595"/>
                    <a:pt x="947466" y="30874"/>
                  </a:cubicBezTo>
                  <a:cubicBezTo>
                    <a:pt x="944441" y="28682"/>
                    <a:pt x="940915" y="27932"/>
                    <a:pt x="933698" y="27932"/>
                  </a:cubicBezTo>
                  <a:lnTo>
                    <a:pt x="895142" y="27932"/>
                  </a:lnTo>
                  <a:lnTo>
                    <a:pt x="895142" y="144183"/>
                  </a:lnTo>
                  <a:lnTo>
                    <a:pt x="863914" y="144183"/>
                  </a:lnTo>
                  <a:close/>
                  <a:moveTo>
                    <a:pt x="798711" y="8"/>
                  </a:moveTo>
                  <a:lnTo>
                    <a:pt x="851063" y="8"/>
                  </a:lnTo>
                  <a:lnTo>
                    <a:pt x="851063" y="27932"/>
                  </a:lnTo>
                  <a:lnTo>
                    <a:pt x="804596" y="27932"/>
                  </a:lnTo>
                  <a:cubicBezTo>
                    <a:pt x="781890" y="27932"/>
                    <a:pt x="775006" y="56578"/>
                    <a:pt x="775006" y="69819"/>
                  </a:cubicBezTo>
                  <a:cubicBezTo>
                    <a:pt x="774922" y="83504"/>
                    <a:pt x="780113" y="116092"/>
                    <a:pt x="804596" y="116092"/>
                  </a:cubicBezTo>
                  <a:lnTo>
                    <a:pt x="851063" y="116092"/>
                  </a:lnTo>
                  <a:lnTo>
                    <a:pt x="851063" y="144183"/>
                  </a:lnTo>
                  <a:lnTo>
                    <a:pt x="797045" y="144183"/>
                  </a:lnTo>
                  <a:cubicBezTo>
                    <a:pt x="770315" y="144183"/>
                    <a:pt x="742501" y="114315"/>
                    <a:pt x="742501" y="72373"/>
                  </a:cubicBezTo>
                  <a:cubicBezTo>
                    <a:pt x="742501" y="19133"/>
                    <a:pt x="776643" y="8"/>
                    <a:pt x="798711" y="8"/>
                  </a:cubicBezTo>
                  <a:close/>
                  <a:moveTo>
                    <a:pt x="666472" y="8"/>
                  </a:moveTo>
                  <a:lnTo>
                    <a:pt x="732786" y="8"/>
                  </a:lnTo>
                  <a:lnTo>
                    <a:pt x="732786" y="27932"/>
                  </a:lnTo>
                  <a:lnTo>
                    <a:pt x="672356" y="27932"/>
                  </a:lnTo>
                  <a:cubicBezTo>
                    <a:pt x="649678" y="27932"/>
                    <a:pt x="642600" y="56578"/>
                    <a:pt x="642600" y="69819"/>
                  </a:cubicBezTo>
                  <a:cubicBezTo>
                    <a:pt x="642516" y="83531"/>
                    <a:pt x="647680" y="116092"/>
                    <a:pt x="672162" y="116092"/>
                  </a:cubicBezTo>
                  <a:lnTo>
                    <a:pt x="701363" y="116092"/>
                  </a:lnTo>
                  <a:lnTo>
                    <a:pt x="701363" y="85974"/>
                  </a:lnTo>
                  <a:lnTo>
                    <a:pt x="657672" y="85974"/>
                  </a:lnTo>
                  <a:lnTo>
                    <a:pt x="669220" y="58050"/>
                  </a:lnTo>
                  <a:lnTo>
                    <a:pt x="732786" y="58050"/>
                  </a:lnTo>
                  <a:lnTo>
                    <a:pt x="732786" y="144183"/>
                  </a:lnTo>
                  <a:lnTo>
                    <a:pt x="664640" y="144183"/>
                  </a:lnTo>
                  <a:cubicBezTo>
                    <a:pt x="637909" y="144183"/>
                    <a:pt x="610095" y="114315"/>
                    <a:pt x="610095" y="72373"/>
                  </a:cubicBezTo>
                  <a:cubicBezTo>
                    <a:pt x="610095" y="19133"/>
                    <a:pt x="644404" y="8"/>
                    <a:pt x="666472" y="8"/>
                  </a:cubicBezTo>
                  <a:close/>
                  <a:moveTo>
                    <a:pt x="479688" y="8"/>
                  </a:moveTo>
                  <a:lnTo>
                    <a:pt x="509444" y="8"/>
                  </a:lnTo>
                  <a:cubicBezTo>
                    <a:pt x="509444" y="8"/>
                    <a:pt x="518383" y="-520"/>
                    <a:pt x="521936" y="7197"/>
                  </a:cubicBezTo>
                  <a:cubicBezTo>
                    <a:pt x="533011" y="29070"/>
                    <a:pt x="565766" y="93802"/>
                    <a:pt x="569513" y="101213"/>
                  </a:cubicBezTo>
                  <a:lnTo>
                    <a:pt x="569513" y="8"/>
                  </a:lnTo>
                  <a:lnTo>
                    <a:pt x="599270" y="8"/>
                  </a:lnTo>
                  <a:lnTo>
                    <a:pt x="599270" y="144183"/>
                  </a:lnTo>
                  <a:lnTo>
                    <a:pt x="569513" y="144183"/>
                  </a:lnTo>
                  <a:cubicBezTo>
                    <a:pt x="569513" y="144183"/>
                    <a:pt x="562518" y="144349"/>
                    <a:pt x="558493" y="137576"/>
                  </a:cubicBezTo>
                  <a:cubicBezTo>
                    <a:pt x="547417" y="116480"/>
                    <a:pt x="513414" y="51637"/>
                    <a:pt x="509639" y="44476"/>
                  </a:cubicBezTo>
                  <a:lnTo>
                    <a:pt x="509639" y="144183"/>
                  </a:lnTo>
                  <a:lnTo>
                    <a:pt x="479688" y="144183"/>
                  </a:lnTo>
                  <a:close/>
                  <a:moveTo>
                    <a:pt x="434526" y="8"/>
                  </a:moveTo>
                  <a:lnTo>
                    <a:pt x="465559" y="8"/>
                  </a:lnTo>
                  <a:lnTo>
                    <a:pt x="465559" y="144183"/>
                  </a:lnTo>
                  <a:lnTo>
                    <a:pt x="434526" y="144183"/>
                  </a:lnTo>
                  <a:close/>
                  <a:moveTo>
                    <a:pt x="382174" y="8"/>
                  </a:moveTo>
                  <a:lnTo>
                    <a:pt x="423700" y="8"/>
                  </a:lnTo>
                  <a:lnTo>
                    <a:pt x="423700" y="27932"/>
                  </a:lnTo>
                  <a:lnTo>
                    <a:pt x="395026" y="27932"/>
                  </a:lnTo>
                  <a:cubicBezTo>
                    <a:pt x="377066" y="27932"/>
                    <a:pt x="371126" y="29209"/>
                    <a:pt x="366380" y="33623"/>
                  </a:cubicBezTo>
                  <a:cubicBezTo>
                    <a:pt x="361938" y="37925"/>
                    <a:pt x="361106" y="40729"/>
                    <a:pt x="360523" y="54941"/>
                  </a:cubicBezTo>
                  <a:cubicBezTo>
                    <a:pt x="360523" y="54941"/>
                    <a:pt x="360328" y="59271"/>
                    <a:pt x="360328" y="59354"/>
                  </a:cubicBezTo>
                  <a:cubicBezTo>
                    <a:pt x="360328" y="59382"/>
                    <a:pt x="360134" y="84309"/>
                    <a:pt x="360134" y="84309"/>
                  </a:cubicBezTo>
                  <a:lnTo>
                    <a:pt x="360134" y="144183"/>
                  </a:lnTo>
                  <a:lnTo>
                    <a:pt x="329295" y="144183"/>
                  </a:lnTo>
                  <a:lnTo>
                    <a:pt x="329295" y="63185"/>
                  </a:lnTo>
                  <a:cubicBezTo>
                    <a:pt x="329295" y="37536"/>
                    <a:pt x="331626" y="26822"/>
                    <a:pt x="339399" y="16912"/>
                  </a:cubicBezTo>
                  <a:cubicBezTo>
                    <a:pt x="348337" y="5282"/>
                    <a:pt x="361522" y="8"/>
                    <a:pt x="382174" y="8"/>
                  </a:cubicBezTo>
                  <a:close/>
                  <a:moveTo>
                    <a:pt x="230115" y="8"/>
                  </a:moveTo>
                  <a:lnTo>
                    <a:pt x="261149" y="8"/>
                  </a:lnTo>
                  <a:lnTo>
                    <a:pt x="261149" y="80839"/>
                  </a:lnTo>
                  <a:lnTo>
                    <a:pt x="261510" y="89277"/>
                  </a:lnTo>
                  <a:cubicBezTo>
                    <a:pt x="262120" y="103489"/>
                    <a:pt x="262787" y="106293"/>
                    <a:pt x="267200" y="110568"/>
                  </a:cubicBezTo>
                  <a:cubicBezTo>
                    <a:pt x="272002" y="115009"/>
                    <a:pt x="277887" y="116092"/>
                    <a:pt x="295874" y="116092"/>
                  </a:cubicBezTo>
                  <a:lnTo>
                    <a:pt x="319191" y="116092"/>
                  </a:lnTo>
                  <a:lnTo>
                    <a:pt x="319191" y="144183"/>
                  </a:lnTo>
                  <a:lnTo>
                    <a:pt x="282995" y="144183"/>
                  </a:lnTo>
                  <a:cubicBezTo>
                    <a:pt x="262370" y="144183"/>
                    <a:pt x="249157" y="138936"/>
                    <a:pt x="240219" y="127306"/>
                  </a:cubicBezTo>
                  <a:cubicBezTo>
                    <a:pt x="232447" y="117369"/>
                    <a:pt x="230115" y="106487"/>
                    <a:pt x="230115" y="80839"/>
                  </a:cubicBezTo>
                  <a:close/>
                  <a:moveTo>
                    <a:pt x="150588" y="8"/>
                  </a:moveTo>
                  <a:lnTo>
                    <a:pt x="179789" y="8"/>
                  </a:lnTo>
                  <a:lnTo>
                    <a:pt x="236167" y="144183"/>
                  </a:lnTo>
                  <a:lnTo>
                    <a:pt x="202579" y="144183"/>
                  </a:lnTo>
                  <a:cubicBezTo>
                    <a:pt x="202579" y="144183"/>
                    <a:pt x="191087" y="115342"/>
                    <a:pt x="190448" y="113704"/>
                  </a:cubicBezTo>
                  <a:lnTo>
                    <a:pt x="148756" y="113704"/>
                  </a:lnTo>
                  <a:lnTo>
                    <a:pt x="159776" y="85974"/>
                  </a:lnTo>
                  <a:lnTo>
                    <a:pt x="183092" y="85974"/>
                  </a:lnTo>
                  <a:cubicBezTo>
                    <a:pt x="181843" y="82671"/>
                    <a:pt x="167159" y="44337"/>
                    <a:pt x="165105" y="38952"/>
                  </a:cubicBezTo>
                  <a:cubicBezTo>
                    <a:pt x="162801" y="44976"/>
                    <a:pt x="124884" y="144183"/>
                    <a:pt x="124884" y="144183"/>
                  </a:cubicBezTo>
                  <a:lnTo>
                    <a:pt x="94017" y="144183"/>
                  </a:lnTo>
                  <a:close/>
                  <a:moveTo>
                    <a:pt x="0" y="8"/>
                  </a:moveTo>
                  <a:lnTo>
                    <a:pt x="66647" y="8"/>
                  </a:lnTo>
                  <a:cubicBezTo>
                    <a:pt x="79166" y="8"/>
                    <a:pt x="88798" y="1118"/>
                    <a:pt x="96959" y="3338"/>
                  </a:cubicBezTo>
                  <a:cubicBezTo>
                    <a:pt x="112531" y="7946"/>
                    <a:pt x="123052" y="25323"/>
                    <a:pt x="123052" y="43171"/>
                  </a:cubicBezTo>
                  <a:cubicBezTo>
                    <a:pt x="123052" y="52748"/>
                    <a:pt x="120914" y="60465"/>
                    <a:pt x="117528" y="66322"/>
                  </a:cubicBezTo>
                  <a:cubicBezTo>
                    <a:pt x="115557" y="70263"/>
                    <a:pt x="112643" y="73705"/>
                    <a:pt x="109256" y="76425"/>
                  </a:cubicBezTo>
                  <a:cubicBezTo>
                    <a:pt x="106036" y="79118"/>
                    <a:pt x="103899" y="80450"/>
                    <a:pt x="100096" y="81922"/>
                  </a:cubicBezTo>
                  <a:cubicBezTo>
                    <a:pt x="84635" y="86724"/>
                    <a:pt x="74753" y="85974"/>
                    <a:pt x="74753" y="85974"/>
                  </a:cubicBezTo>
                  <a:lnTo>
                    <a:pt x="35808" y="85974"/>
                  </a:lnTo>
                  <a:lnTo>
                    <a:pt x="47383" y="58244"/>
                  </a:lnTo>
                  <a:lnTo>
                    <a:pt x="69784" y="58244"/>
                  </a:lnTo>
                  <a:cubicBezTo>
                    <a:pt x="88326" y="58244"/>
                    <a:pt x="89076" y="48556"/>
                    <a:pt x="89076" y="43171"/>
                  </a:cubicBezTo>
                  <a:cubicBezTo>
                    <a:pt x="89076" y="37092"/>
                    <a:pt x="87050" y="33595"/>
                    <a:pt x="83385" y="30874"/>
                  </a:cubicBezTo>
                  <a:cubicBezTo>
                    <a:pt x="80360" y="28682"/>
                    <a:pt x="77001" y="27932"/>
                    <a:pt x="69784" y="27932"/>
                  </a:cubicBezTo>
                  <a:lnTo>
                    <a:pt x="31034" y="27932"/>
                  </a:lnTo>
                  <a:lnTo>
                    <a:pt x="31034" y="144183"/>
                  </a:lnTo>
                  <a:lnTo>
                    <a:pt x="0" y="14418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indent="0" defTabSz="6858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</a:pPr>
              <a:endParaRPr lang="en-US" sz="1200" err="1">
                <a:solidFill>
                  <a:schemeClr val="tx1"/>
                </a:solidFill>
              </a:endParaRPr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2FE49786-C319-41EE-B235-0899F8E74669}"/>
                </a:ext>
              </a:extLst>
            </p:cNvPr>
            <p:cNvSpPr>
              <a:spLocks/>
            </p:cNvSpPr>
            <p:nvPr userDrawn="1"/>
          </p:nvSpPr>
          <p:spPr>
            <a:xfrm>
              <a:off x="7727115" y="428248"/>
              <a:ext cx="1166060" cy="249989"/>
            </a:xfrm>
            <a:custGeom>
              <a:avLst/>
              <a:gdLst>
                <a:gd name="connsiteX0" fmla="*/ 117722 w 1166060"/>
                <a:gd name="connsiteY0" fmla="*/ 7939 h 249989"/>
                <a:gd name="connsiteX1" fmla="*/ 7717 w 1166060"/>
                <a:gd name="connsiteY1" fmla="*/ 124717 h 249989"/>
                <a:gd name="connsiteX2" fmla="*/ 125439 w 1166060"/>
                <a:gd name="connsiteY2" fmla="*/ 242244 h 249989"/>
                <a:gd name="connsiteX3" fmla="*/ 1043924 w 1166060"/>
                <a:gd name="connsiteY3" fmla="*/ 242244 h 249989"/>
                <a:gd name="connsiteX4" fmla="*/ 1158343 w 1166060"/>
                <a:gd name="connsiteY4" fmla="*/ 124717 h 249989"/>
                <a:gd name="connsiteX5" fmla="*/ 1044091 w 1166060"/>
                <a:gd name="connsiteY5" fmla="*/ 7939 h 249989"/>
                <a:gd name="connsiteX6" fmla="*/ 123801 w 1166060"/>
                <a:gd name="connsiteY6" fmla="*/ 7939 h 249989"/>
                <a:gd name="connsiteX7" fmla="*/ 117722 w 1166060"/>
                <a:gd name="connsiteY7" fmla="*/ 7939 h 249989"/>
                <a:gd name="connsiteX8" fmla="*/ 123801 w 1166060"/>
                <a:gd name="connsiteY8" fmla="*/ 0 h 249989"/>
                <a:gd name="connsiteX9" fmla="*/ 1044091 w 1166060"/>
                <a:gd name="connsiteY9" fmla="*/ 194 h 249989"/>
                <a:gd name="connsiteX10" fmla="*/ 1166060 w 1166060"/>
                <a:gd name="connsiteY10" fmla="*/ 124717 h 249989"/>
                <a:gd name="connsiteX11" fmla="*/ 1044091 w 1166060"/>
                <a:gd name="connsiteY11" fmla="*/ 249989 h 249989"/>
                <a:gd name="connsiteX12" fmla="*/ 125438 w 1166060"/>
                <a:gd name="connsiteY12" fmla="*/ 249989 h 249989"/>
                <a:gd name="connsiteX13" fmla="*/ 0 w 1166060"/>
                <a:gd name="connsiteY13" fmla="*/ 124717 h 249989"/>
                <a:gd name="connsiteX14" fmla="*/ 123801 w 1166060"/>
                <a:gd name="connsiteY14" fmla="*/ 0 h 24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6060" h="249989">
                  <a:moveTo>
                    <a:pt x="117722" y="7939"/>
                  </a:moveTo>
                  <a:cubicBezTo>
                    <a:pt x="56488" y="11075"/>
                    <a:pt x="7717" y="62317"/>
                    <a:pt x="7717" y="124717"/>
                  </a:cubicBezTo>
                  <a:cubicBezTo>
                    <a:pt x="7717" y="189560"/>
                    <a:pt x="60568" y="242244"/>
                    <a:pt x="125439" y="242244"/>
                  </a:cubicBezTo>
                  <a:lnTo>
                    <a:pt x="1043924" y="242244"/>
                  </a:lnTo>
                  <a:cubicBezTo>
                    <a:pt x="1107102" y="241467"/>
                    <a:pt x="1158343" y="188727"/>
                    <a:pt x="1158343" y="124717"/>
                  </a:cubicBezTo>
                  <a:cubicBezTo>
                    <a:pt x="1158343" y="61123"/>
                    <a:pt x="1107213" y="8716"/>
                    <a:pt x="1044091" y="7939"/>
                  </a:cubicBezTo>
                  <a:lnTo>
                    <a:pt x="123801" y="7939"/>
                  </a:lnTo>
                  <a:cubicBezTo>
                    <a:pt x="121775" y="7939"/>
                    <a:pt x="119693" y="7800"/>
                    <a:pt x="117722" y="7939"/>
                  </a:cubicBezTo>
                  <a:close/>
                  <a:moveTo>
                    <a:pt x="123801" y="0"/>
                  </a:moveTo>
                  <a:cubicBezTo>
                    <a:pt x="123801" y="0"/>
                    <a:pt x="1044036" y="194"/>
                    <a:pt x="1044091" y="194"/>
                  </a:cubicBezTo>
                  <a:cubicBezTo>
                    <a:pt x="1111488" y="1055"/>
                    <a:pt x="1166060" y="56904"/>
                    <a:pt x="1166060" y="124717"/>
                  </a:cubicBezTo>
                  <a:cubicBezTo>
                    <a:pt x="1166060" y="192974"/>
                    <a:pt x="1111543" y="249128"/>
                    <a:pt x="1044091" y="249989"/>
                  </a:cubicBezTo>
                  <a:lnTo>
                    <a:pt x="125438" y="249989"/>
                  </a:lnTo>
                  <a:cubicBezTo>
                    <a:pt x="56265" y="249989"/>
                    <a:pt x="0" y="193806"/>
                    <a:pt x="0" y="124717"/>
                  </a:cubicBezTo>
                  <a:cubicBezTo>
                    <a:pt x="0" y="56015"/>
                    <a:pt x="55488" y="0"/>
                    <a:pt x="123801" y="0"/>
                  </a:cubicBezTo>
                  <a:close/>
                </a:path>
              </a:pathLst>
            </a:custGeom>
            <a:solidFill>
              <a:schemeClr val="tx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indent="0" defTabSz="6858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</a:pPr>
              <a:endParaRPr lang="en-US" sz="120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417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7" r:id="rId3"/>
    <p:sldLayoutId id="2147483668" r:id="rId4"/>
    <p:sldLayoutId id="2147483664" r:id="rId5"/>
    <p:sldLayoutId id="2147483662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75" r:id="rId20"/>
    <p:sldLayoutId id="2147483676" r:id="rId2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41288" indent="-141288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0988" indent="-141288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22275" indent="-141288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61975" indent="-141288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47" userDrawn="1">
          <p15:clr>
            <a:srgbClr val="F26B43"/>
          </p15:clr>
        </p15:guide>
        <p15:guide id="2" pos="158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orient="horz" pos="270" userDrawn="1">
          <p15:clr>
            <a:srgbClr val="F26B43"/>
          </p15:clr>
        </p15:guide>
        <p15:guide id="5" orient="horz" pos="180" userDrawn="1">
          <p15:clr>
            <a:srgbClr val="F26B43"/>
          </p15:clr>
        </p15:guide>
        <p15:guide id="6" orient="horz" pos="713" userDrawn="1">
          <p15:clr>
            <a:srgbClr val="F26B43"/>
          </p15:clr>
        </p15:guide>
        <p15:guide id="7" orient="horz" pos="2981" userDrawn="1">
          <p15:clr>
            <a:srgbClr val="F26B43"/>
          </p15:clr>
        </p15:guide>
        <p15:guide id="8" orient="horz" pos="3162" userDrawn="1">
          <p15:clr>
            <a:srgbClr val="F26B43"/>
          </p15:clr>
        </p15:guide>
        <p15:guide id="9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21ED64A-E949-4BC7-972F-7010C38A4D7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210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21ED64A-E949-4BC7-972F-7010C38A4D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8140BA74-490C-4CD9-B05A-737203F26E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355968" cy="33007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</a:pPr>
            <a:endParaRPr lang="en-US" sz="2800" b="1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8D175C0-37B9-4D17-B877-33BC02FCB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0794" y="2605035"/>
            <a:ext cx="5040000" cy="941796"/>
          </a:xfrm>
        </p:spPr>
        <p:txBody>
          <a:bodyPr/>
          <a:lstStyle/>
          <a:p>
            <a:r>
              <a:rPr lang="en-US" noProof="0" dirty="0"/>
              <a:t>PF</a:t>
            </a:r>
            <a:br>
              <a:rPr lang="en-US" noProof="0" dirty="0"/>
            </a:br>
            <a:r>
              <a:rPr lang="en-US" noProof="0" dirty="0"/>
              <a:t>Slewing motor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27" name="Bildplatzhalter 26" descr="Ein Bild, das Wasser, Himmel, Boot, draußen enthält.&#10;&#10;Automatisch generierte Beschreibung">
            <a:extLst>
              <a:ext uri="{FF2B5EF4-FFF2-40B4-BE49-F238E27FC236}">
                <a16:creationId xmlns:a16="http://schemas.microsoft.com/office/drawing/2014/main" id="{2FE12608-3AF5-48AF-8EC0-CB27FD9E068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330" r="12"/>
          <a:stretch/>
        </p:blipFill>
        <p:spPr>
          <a:xfrm>
            <a:off x="-5558" y="0"/>
            <a:ext cx="4576762" cy="5143500"/>
          </a:xfrm>
        </p:spPr>
      </p:pic>
    </p:spTree>
    <p:extLst>
      <p:ext uri="{BB962C8B-B14F-4D97-AF65-F5344CB8AC3E}">
        <p14:creationId xmlns:p14="http://schemas.microsoft.com/office/powerpoint/2010/main" val="42560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DBCB6F-99FD-4CA3-B309-47D585B1D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spAutoFit/>
          </a:bodyPr>
          <a:lstStyle/>
          <a:p>
            <a:r>
              <a:rPr lang="de-DE">
                <a:cs typeface="Arial"/>
              </a:rPr>
              <a:t>PF Kran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2AB3A3-A335-4F49-A727-1849F0B3EF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2FDC22-80BD-4979-B76F-73272F05F8A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6A0C063E-96D2-48DD-AE55-38530877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A2F2432-C9A1-4045-B23B-DE388896E8D0}"/>
              </a:ext>
            </a:extLst>
          </p:cNvPr>
          <p:cNvSpPr txBox="1"/>
          <p:nvPr/>
        </p:nvSpPr>
        <p:spPr>
          <a:xfrm>
            <a:off x="250824" y="792074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36525" indent="-136525" algn="l"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de-DE" sz="1200" dirty="0">
              <a:solidFill>
                <a:schemeClr val="tx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03780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F4E79"/>
                </a:solidFill>
              </a:defRPr>
            </a:pPr>
            <a:r>
              <a:t>PF Crane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Slewing Motor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Crane Application - Offshore Davit</a:t>
            </a:r>
          </a:p>
        </p:txBody>
      </p:sp>
      <p:pic>
        <p:nvPicPr>
          <p:cNvPr id="7" name="Picture 6" descr="PF Cran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69494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Crane &amp; Slewing Requirements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7040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743200"/>
              </a:tblGrid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REQUIRED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Crane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Offshore Davit Crane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Defines application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Lifetime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30 years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Long-term reliability requirement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Operating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500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Low-duty lifetime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Load Cycles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5222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Structural fatigue design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0445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Operating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-20C to +45C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Offshore environmental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Duty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S3 &gt;= 25%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Required intermittent crane operation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383280"/>
          <a:ext cx="7040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743200"/>
              </a:tblGrid>
              <a:tr h="512064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REQUIRED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Slewing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0.2 - 1.0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Controlled crane rotation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Slewing Type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Electric + manual backup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Emergency operation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Slew Gear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~110 - 150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High torque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Interface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IEC 90 B5 (O165 mm)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Compatibility with geared motor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Slewing Drive Parameters - BE702-2B-Z18.7-LM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560320"/>
              </a:tblGrid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Gear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121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High torque multiplication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Torque transfer through worm gear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Self-Locking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Prevents back-driving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Backlash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&lt;0.15 degrees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Accurate positioning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Maximum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41,190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Drive mechanical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Nominal Torque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15,360 Nm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Continuous operation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84048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560320"/>
              </a:tblGrid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STRUCTURAL LOAD CAPACITY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Axial Dynamic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1200 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Vertical crane 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Radial Dynamic Load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400 kN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Horizontal forces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Axial Static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4000 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Static load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Radial Static Load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1600 kN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Structure stability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Tilting Moment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540 kNm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Crane overturning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Holding Torque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100 kNm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Hold position without motion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Current Slewing Motor - EP2557M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560320"/>
              </a:tblGrid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MECHANICAL 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Helical Bevel Geared 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Compact high-torque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Power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0.75 - 1.1 kW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Required torque generation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Gear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Speed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Rated Motor Speed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1410 - 1365 rpm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Standard induction motor speed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Output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~51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Correct slewing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Output Torque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141 Nm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Input torque for slew drive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Pull-up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~295 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Starting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14800"/>
          <a:ext cx="6949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</a:tblGrid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ELECTRICAL 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Voltage 50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400 / 690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Voltage 60 Hz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400 / 480 / 690 V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50 / 60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Insulation Class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Class 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Duty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S2 - 12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Environmental &amp; System Requirements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7040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926080"/>
              </a:tblGrid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Protection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IP66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Protection against water &amp; dust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Ambient Temperature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-20C to +45C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Offshore climate conditions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Heater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24 V DC, ~25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Prevent internal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Coating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C5H (&gt;=300 micrometers)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Offshore corrosion protection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810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Paint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RAL7035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Standard marine 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657600"/>
          <a:ext cx="6949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</a:tblGrid>
              <a:tr h="50292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Output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~50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Slewing Drive Ratio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121 : 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0292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Crane Slewing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0.2 - 1.0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All specifications comply with Palfinger offshore marine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PF-XXL Slewing Torque Requirement vs Drive Capability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560320"/>
              </a:tblGrid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Maximum Slewing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62 kNm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PF-XXL crane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Holding Torque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107 kNm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PF-XXL crane requirement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Tilting Moment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625 kNm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PF-XXL crane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Radial Load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26 kN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PF-XXL crane requirement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Axial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86 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PF-XXL crane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108960"/>
          <a:ext cx="6949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</a:tblGrid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SLEWING DRIVE CHARACTERISTICS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Slewing Drive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~150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Drive Efficiency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429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Self-Locking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 b="1"/>
            </a:pPr>
            <a:r>
              <a:t>Required Motor Torque Calculation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Motor Torque = Slew Torque / (Ratio x Efficiency)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Motor Torque = 62,000 Nm / (150 x 0.40) = 103 Nm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 b="0"/>
            </a:pPr>
            <a:r>
              <a:t>Minimum theoretical: 103 Nm  |  Proposed: 180 Nm  |  Margin: 75%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PF-XXL Recommended Slewing Motor Specification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97280"/>
          <a:ext cx="7132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3200400"/>
              </a:tblGrid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Motor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Increased torque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Output Torque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~180 Nm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Meets required torque margin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Output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~50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Compatible with slew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Duty Cycle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S3 &gt;= 25%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Crane requirement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04800"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400 / 480 / 690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Offshore power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 b="1"/>
            </a:pPr>
            <a:r>
              <a:t>Resulting Slewing Performance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Motor Output Speed: ~50 rpm  |  Slewing Drive Ratio: 150:1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Resulting Slew Speed: ~0.33 rpm  (within required 0.2 - 1.0 rpm range)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 b="1"/>
            </a:pPr>
            <a:r>
              <a:t>PF-XXL Motor Concept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Marine execution helical-bevel geared motor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~1.5 kW motor power  |  ~180 Nm output torque  |  ~50 rpm speed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/>
            </a:pPr>
            <a:r>
              <a:t>IP66 protection  |  C5H offshore coating  |  24 V heater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QQbdSpDNBMYrt2fM1E3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ogR4NrDnYbTUSmxaz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ogR4NrDnYbTUSmxaz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Z66bsp6q4wV5lOBmDEj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ogR4NrDnYbTUSmxaz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V.UPW6axPDJdxToL92Cw"/>
</p:tagLst>
</file>

<file path=ppt/theme/theme1.xml><?xml version="1.0" encoding="utf-8"?>
<a:theme xmlns:a="http://schemas.openxmlformats.org/drawingml/2006/main" name="Palfinger Master 2019">
  <a:themeElements>
    <a:clrScheme name="Palfinger_Colors_SEA">
      <a:dk1>
        <a:srgbClr val="000000"/>
      </a:dk1>
      <a:lt1>
        <a:sysClr val="window" lastClr="FFFFFF"/>
      </a:lt1>
      <a:dk2>
        <a:srgbClr val="005487"/>
      </a:dk2>
      <a:lt2>
        <a:srgbClr val="FFE500"/>
      </a:lt2>
      <a:accent1>
        <a:srgbClr val="282828"/>
      </a:accent1>
      <a:accent2>
        <a:srgbClr val="585858"/>
      </a:accent2>
      <a:accent3>
        <a:srgbClr val="787878"/>
      </a:accent3>
      <a:accent4>
        <a:srgbClr val="B4B4B4"/>
      </a:accent4>
      <a:accent5>
        <a:srgbClr val="D2D2D2"/>
      </a:accent5>
      <a:accent6>
        <a:srgbClr val="EDEDED"/>
      </a:accent6>
      <a:hlink>
        <a:srgbClr val="005487"/>
      </a:hlink>
      <a:folHlink>
        <a:srgbClr val="B4B4B4"/>
      </a:folHlink>
    </a:clrScheme>
    <a:fontScheme name="Palfinger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36525" indent="-136525" algn="l">
          <a:spcAft>
            <a:spcPts val="300"/>
          </a:spcAft>
          <a:buClr>
            <a:schemeClr val="tx1"/>
          </a:buClr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marL="136525" indent="-136525" algn="l">
          <a:spcAft>
            <a:spcPts val="300"/>
          </a:spcAft>
          <a:buClr>
            <a:schemeClr val="tx1"/>
          </a:buClr>
          <a:buFont typeface="Wingdings" panose="05000000000000000000" pitchFamily="2" charset="2"/>
          <a:buChar char="§"/>
          <a:defRPr sz="1200" dirty="0" smtClean="0">
            <a:solidFill>
              <a:schemeClr val="tx1"/>
            </a:solidFill>
            <a:latin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PF-Update-20201020.pptx" id="{70158C5B-245C-40F3-9853-950F6E7BD91B}" vid="{189C03EA-4132-44C6-B2D9-591BC436682A}"/>
    </a:ext>
  </a:extLst>
</a:theme>
</file>

<file path=ppt/theme/theme2.xml><?xml version="1.0" encoding="utf-8"?>
<a:theme xmlns:a="http://schemas.openxmlformats.org/drawingml/2006/main" name="Office">
  <a:themeElements>
    <a:clrScheme name="Palfinger_Colors">
      <a:dk1>
        <a:srgbClr val="000000"/>
      </a:dk1>
      <a:lt1>
        <a:sysClr val="window" lastClr="FFFFFF"/>
      </a:lt1>
      <a:dk2>
        <a:srgbClr val="E2001A"/>
      </a:dk2>
      <a:lt2>
        <a:srgbClr val="FFE500"/>
      </a:lt2>
      <a:accent1>
        <a:srgbClr val="282828"/>
      </a:accent1>
      <a:accent2>
        <a:srgbClr val="585858"/>
      </a:accent2>
      <a:accent3>
        <a:srgbClr val="787878"/>
      </a:accent3>
      <a:accent4>
        <a:srgbClr val="B4B4B4"/>
      </a:accent4>
      <a:accent5>
        <a:srgbClr val="D2D2D2"/>
      </a:accent5>
      <a:accent6>
        <a:srgbClr val="EDEDED"/>
      </a:accent6>
      <a:hlink>
        <a:srgbClr val="FFE500"/>
      </a:hlink>
      <a:folHlink>
        <a:srgbClr val="B4B4B4"/>
      </a:folHlink>
    </a:clrScheme>
    <a:fontScheme name="Palfinger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Palfinger_Colors">
      <a:dk1>
        <a:srgbClr val="000000"/>
      </a:dk1>
      <a:lt1>
        <a:sysClr val="window" lastClr="FFFFFF"/>
      </a:lt1>
      <a:dk2>
        <a:srgbClr val="E2001A"/>
      </a:dk2>
      <a:lt2>
        <a:srgbClr val="FFE500"/>
      </a:lt2>
      <a:accent1>
        <a:srgbClr val="282828"/>
      </a:accent1>
      <a:accent2>
        <a:srgbClr val="585858"/>
      </a:accent2>
      <a:accent3>
        <a:srgbClr val="787878"/>
      </a:accent3>
      <a:accent4>
        <a:srgbClr val="B4B4B4"/>
      </a:accent4>
      <a:accent5>
        <a:srgbClr val="D2D2D2"/>
      </a:accent5>
      <a:accent6>
        <a:srgbClr val="EDEDED"/>
      </a:accent6>
      <a:hlink>
        <a:srgbClr val="FFE500"/>
      </a:hlink>
      <a:folHlink>
        <a:srgbClr val="B4B4B4"/>
      </a:folHlink>
    </a:clrScheme>
    <a:fontScheme name="Palfinger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0F688C402D5374D9FB358A094A4EE80" ma:contentTypeVersion="8" ma:contentTypeDescription="Ein neues Dokument erstellen." ma:contentTypeScope="" ma:versionID="bd3fe762373a0b104fee978c9342fab2">
  <xsd:schema xmlns:xsd="http://www.w3.org/2001/XMLSchema" xmlns:xs="http://www.w3.org/2001/XMLSchema" xmlns:p="http://schemas.microsoft.com/office/2006/metadata/properties" xmlns:ns2="d23fe248-6d7c-4ba7-80e5-adf04f89b4f0" xmlns:ns3="1c59aa90-a0b3-42f9-a3e8-ff6d2df9d197" targetNamespace="http://schemas.microsoft.com/office/2006/metadata/properties" ma:root="true" ma:fieldsID="5f5dfb647a28e622c072cfad24c41239" ns2:_="" ns3:_="">
    <xsd:import namespace="d23fe248-6d7c-4ba7-80e5-adf04f89b4f0"/>
    <xsd:import namespace="1c59aa90-a0b3-42f9-a3e8-ff6d2df9d1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fe248-6d7c-4ba7-80e5-adf04f89b4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9aa90-a0b3-42f9-a3e8-ff6d2df9d19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74590-0689-447B-972B-83AC8ADF5085}">
  <ds:schemaRefs>
    <ds:schemaRef ds:uri="1c59aa90-a0b3-42f9-a3e8-ff6d2df9d197"/>
    <ds:schemaRef ds:uri="d23fe248-6d7c-4ba7-80e5-adf04f89b4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CC73229-1856-466B-BC13-03B10AF504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961F32-333E-43DE-A514-6FF9F5327E67}">
  <ds:schemaRefs>
    <ds:schemaRef ds:uri="1c59aa90-a0b3-42f9-a3e8-ff6d2df9d197"/>
    <ds:schemaRef ds:uri="d23fe248-6d7c-4ba7-80e5-adf04f89b4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PPT-Vorlage</Template>
  <TotalTime>0</TotalTime>
  <Words>9</Words>
  <Application>Microsoft Office PowerPoint</Application>
  <PresentationFormat>On-screen Show (16:9)</PresentationFormat>
  <Paragraphs>4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BMW Group Condensed</vt:lpstr>
      <vt:lpstr>Verdana</vt:lpstr>
      <vt:lpstr>Wingdings</vt:lpstr>
      <vt:lpstr>Palfinger Master 2019</vt:lpstr>
      <vt:lpstr>think-cell Folie</vt:lpstr>
      <vt:lpstr>PF Slewing motor </vt:lpstr>
      <vt:lpstr>PowerPoint Presentation</vt:lpstr>
    </vt:vector>
  </TitlesOfParts>
  <Company>Palfinger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 redesign UPDATE</dc:title>
  <dc:creator>Trickl Christian</dc:creator>
  <cp:lastModifiedBy>Calixto Ian</cp:lastModifiedBy>
  <cp:revision>9</cp:revision>
  <cp:lastPrinted>2019-08-05T10:21:55Z</cp:lastPrinted>
  <dcterms:created xsi:type="dcterms:W3CDTF">2021-01-29T09:01:23Z</dcterms:created>
  <dcterms:modified xsi:type="dcterms:W3CDTF">2026-05-29T07:27:36Z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0x010100B0F688C402D5374D9FB358A094A4EE80</vt:lpwstr>
  </property>
</Properties>
</file>